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431" r:id="rId3"/>
    <p:sldId id="443" r:id="rId4"/>
    <p:sldId id="454" r:id="rId5"/>
    <p:sldId id="451" r:id="rId6"/>
    <p:sldId id="452" r:id="rId7"/>
    <p:sldId id="453" r:id="rId8"/>
    <p:sldId id="449" r:id="rId9"/>
    <p:sldId id="455" r:id="rId10"/>
    <p:sldId id="456" r:id="rId11"/>
  </p:sldIdLst>
  <p:sldSz cx="9144000" cy="5143500" type="screen16x9"/>
  <p:notesSz cx="6858000" cy="9144000"/>
  <p:embeddedFontLst>
    <p:embeddedFont>
      <p:font typeface="Roboto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1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33332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147666" y="2269104"/>
            <a:ext cx="7585788" cy="16031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80" b="1" dirty="0" smtClean="0"/>
              <a:t>DATA PRE-PROCESSING TECHNIQUES</a:t>
            </a:r>
            <a:br>
              <a:rPr lang="en-US" sz="3280" b="1" dirty="0" smtClean="0"/>
            </a:br>
            <a:r>
              <a:rPr lang="en-US" sz="3280" b="1" dirty="0" smtClean="0"/>
              <a:t>FOR</a:t>
            </a:r>
            <a:br>
              <a:rPr lang="en-US" sz="3280" b="1" dirty="0" smtClean="0"/>
            </a:br>
            <a:r>
              <a:rPr lang="en-US" sz="3280" b="1" dirty="0" smtClean="0"/>
              <a:t>AI MODELS</a:t>
            </a:r>
            <a:endParaRPr sz="3280" b="1" dirty="0"/>
          </a:p>
        </p:txBody>
      </p:sp>
      <p:pic>
        <p:nvPicPr>
          <p:cNvPr id="1026" name="Picture 2" descr="NeuroCongniAI Hea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87" y="1034929"/>
            <a:ext cx="6096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SOURCES OF NEURO IMAGING DATASETS </a:t>
            </a:r>
            <a:endParaRPr lang="en-US" sz="2400" b="1" dirty="0"/>
          </a:p>
        </p:txBody>
      </p:sp>
      <p:sp>
        <p:nvSpPr>
          <p:cNvPr id="7" name="Google Shape;161;g1e44a481ae3_0_286"/>
          <p:cNvSpPr txBox="1">
            <a:spLocks noGrp="1"/>
          </p:cNvSpPr>
          <p:nvPr>
            <p:ph type="body" idx="1"/>
          </p:nvPr>
        </p:nvSpPr>
        <p:spPr>
          <a:xfrm>
            <a:off x="313029" y="2903776"/>
            <a:ext cx="6112485" cy="1724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5"/>
              <a:buChar char="●"/>
            </a:pPr>
            <a:r>
              <a:rPr lang="en" dirty="0" smtClean="0">
                <a:solidFill>
                  <a:srgbClr val="000000"/>
                </a:solidFill>
              </a:rPr>
              <a:t>ADNI-1, ADNI-2, ADNI-GO, ADNI-3</a:t>
            </a:r>
            <a:endParaRPr dirty="0">
              <a:solidFill>
                <a:srgbClr val="000000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5"/>
              <a:buChar char="●"/>
            </a:pPr>
            <a:r>
              <a:rPr lang="en" dirty="0" smtClean="0">
                <a:solidFill>
                  <a:srgbClr val="000000"/>
                </a:solidFill>
              </a:rPr>
              <a:t>OASIS 1, OASIS 2</a:t>
            </a: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5"/>
              <a:buChar char="●"/>
            </a:pPr>
            <a:r>
              <a:rPr lang="en-US" dirty="0" smtClean="0">
                <a:solidFill>
                  <a:srgbClr val="000000"/>
                </a:solidFill>
              </a:rPr>
              <a:t>PPMI</a:t>
            </a:r>
            <a:endParaRPr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53" y="1411061"/>
            <a:ext cx="2602863" cy="10148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416" y="1324563"/>
            <a:ext cx="2587145" cy="14173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416" y="1163839"/>
            <a:ext cx="1738828" cy="17388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80" y="57058"/>
            <a:ext cx="979714" cy="103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3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 IMAGING DATA PRE-PROCESSING TOOLS</a:t>
            </a:r>
            <a:endParaRPr lang="en-US" sz="24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4" y="877126"/>
            <a:ext cx="2790825" cy="1562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857" y="2758319"/>
            <a:ext cx="2064496" cy="8870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47" y="2802083"/>
            <a:ext cx="6139476" cy="8153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836" y="885626"/>
            <a:ext cx="3314700" cy="1381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415" y="755679"/>
            <a:ext cx="2199303" cy="164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8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-21618"/>
            <a:ext cx="9144000" cy="513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smtClean="0"/>
              <a:t>DATA PRE-PROCESSING  STEPS FOR NEURO IMAGING DATASETS</a:t>
            </a:r>
            <a:endParaRPr lang="en-US" sz="22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365" y="429198"/>
            <a:ext cx="4441371" cy="446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793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smtClean="0"/>
              <a:t>DATA PRE-PROCESSING  STEPS FOR NEURO IMAGING DATASETS</a:t>
            </a:r>
            <a:br>
              <a:rPr lang="en-US" sz="2200" b="1" dirty="0" smtClean="0"/>
            </a:br>
            <a:r>
              <a:rPr lang="en-US" sz="2200" b="1" dirty="0" smtClean="0"/>
              <a:t>[ BIAS FIELD CORRECTION ]</a:t>
            </a:r>
            <a:endParaRPr lang="en-US" sz="22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1211969"/>
            <a:ext cx="4438994" cy="14565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951" y="1371598"/>
            <a:ext cx="4404049" cy="33520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2825322"/>
            <a:ext cx="4438993" cy="18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9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793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smtClean="0"/>
              <a:t>DATA PRE-PROCESSING  STEPS FOR NEURO IMAGING DATASETS</a:t>
            </a:r>
            <a:br>
              <a:rPr lang="en-US" sz="2200" b="1" dirty="0" smtClean="0"/>
            </a:br>
            <a:r>
              <a:rPr lang="en-US" sz="2200" b="1" dirty="0" smtClean="0"/>
              <a:t>[ NORMALIZATION ]</a:t>
            </a:r>
            <a:endParaRPr lang="en-US" sz="22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0" y="1121714"/>
            <a:ext cx="809625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0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793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smtClean="0"/>
              <a:t>DATA PRE-PROCESSING  STEPS FOR NEURO IMAGING DATASETS</a:t>
            </a:r>
            <a:br>
              <a:rPr lang="en-US" sz="2200" b="1" dirty="0" smtClean="0"/>
            </a:br>
            <a:r>
              <a:rPr lang="en-US" sz="2200" b="1" dirty="0" smtClean="0"/>
              <a:t>[ REGISTRATION IN MNI152 TEMPLATE ]</a:t>
            </a:r>
            <a:endParaRPr lang="en-US" sz="22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994" y="1073474"/>
            <a:ext cx="6492745" cy="378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21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793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smtClean="0"/>
              <a:t>DATA PRE-PROCESSING  STEPS FOR NEURO IMAGING DATASETS</a:t>
            </a:r>
            <a:br>
              <a:rPr lang="en-US" sz="2200" b="1" dirty="0" smtClean="0"/>
            </a:br>
            <a:r>
              <a:rPr lang="en-US" sz="2200" b="1" dirty="0" smtClean="0"/>
              <a:t>[ SKULL STRIPPING ]</a:t>
            </a:r>
            <a:endParaRPr lang="en-US" sz="22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28" y="1193065"/>
            <a:ext cx="4477102" cy="13009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27" y="2649905"/>
            <a:ext cx="4477102" cy="19258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532" y="1193064"/>
            <a:ext cx="3956178" cy="338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8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793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smtClean="0"/>
              <a:t>DATA PRE-PROCESSING  STEPS FOR NEURO IMAGING DATASETS</a:t>
            </a:r>
            <a:br>
              <a:rPr lang="en-US" sz="2200" b="1" dirty="0" smtClean="0"/>
            </a:br>
            <a:r>
              <a:rPr lang="en-US" sz="2200" b="1" dirty="0" smtClean="0"/>
              <a:t>[ TISSUE SEGMENTATION]</a:t>
            </a:r>
            <a:endParaRPr lang="en-US" sz="22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501" y="1003626"/>
            <a:ext cx="4724400" cy="1674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501" y="2817355"/>
            <a:ext cx="472440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0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793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smtClean="0"/>
              <a:t>DATA PRE-PROCESSING  STEPS FOR NEURO IMAGING DATASETS</a:t>
            </a:r>
            <a:br>
              <a:rPr lang="en-US" sz="2200" b="1" dirty="0" smtClean="0"/>
            </a:br>
            <a:r>
              <a:rPr lang="en-US" sz="2200" b="1" dirty="0" smtClean="0"/>
              <a:t>[ DATA AUGMENTATION ]</a:t>
            </a:r>
            <a:endParaRPr lang="en-US" sz="22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649" y="1370213"/>
            <a:ext cx="4469364" cy="35010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27" y="1159899"/>
            <a:ext cx="5155162" cy="9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8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</TotalTime>
  <Words>75</Words>
  <Application>Microsoft Office PowerPoint</Application>
  <PresentationFormat>On-screen Show (16:9)</PresentationFormat>
  <Paragraphs>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Roboto</vt:lpstr>
      <vt:lpstr>Geometric</vt:lpstr>
      <vt:lpstr>DATA PRE-PROCESSING TECHNIQUES FOR AI MODELS</vt:lpstr>
      <vt:lpstr>SOURCES OF NEURO IMAGING DATASETS </vt:lpstr>
      <vt:lpstr>NEURO IMAGING DATA PRE-PROCESSING TOOLS</vt:lpstr>
      <vt:lpstr>DATA PRE-PROCESSING  STEPS FOR NEURO IMAGING DATASETS</vt:lpstr>
      <vt:lpstr>DATA PRE-PROCESSING  STEPS FOR NEURO IMAGING DATASETS [ BIAS FIELD CORRECTION ]</vt:lpstr>
      <vt:lpstr>DATA PRE-PROCESSING  STEPS FOR NEURO IMAGING DATASETS [ NORMALIZATION ]</vt:lpstr>
      <vt:lpstr>DATA PRE-PROCESSING  STEPS FOR NEURO IMAGING DATASETS [ REGISTRATION IN MNI152 TEMPLATE ]</vt:lpstr>
      <vt:lpstr>DATA PRE-PROCESSING  STEPS FOR NEURO IMAGING DATASETS [ SKULL STRIPPING ]</vt:lpstr>
      <vt:lpstr>DATA PRE-PROCESSING  STEPS FOR NEURO IMAGING DATASETS [ TISSUE SEGMENTATION]</vt:lpstr>
      <vt:lpstr>DATA PRE-PROCESSING  STEPS FOR NEURO IMAGING DATASETS [ DATA AUGMENTATION 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YEAR DIPLOMA IN ADVANCE WEB TECHNOLOGY</dc:title>
  <dc:creator>azam</dc:creator>
  <cp:lastModifiedBy>Azam</cp:lastModifiedBy>
  <cp:revision>213</cp:revision>
  <dcterms:modified xsi:type="dcterms:W3CDTF">2025-04-25T13:46:12Z</dcterms:modified>
</cp:coreProperties>
</file>