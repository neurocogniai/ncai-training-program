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443" r:id="rId3"/>
    <p:sldId id="459" r:id="rId4"/>
    <p:sldId id="465" r:id="rId5"/>
    <p:sldId id="464" r:id="rId6"/>
    <p:sldId id="466" r:id="rId7"/>
    <p:sldId id="449" r:id="rId8"/>
    <p:sldId id="467" r:id="rId9"/>
    <p:sldId id="468" r:id="rId10"/>
    <p:sldId id="469" r:id="rId11"/>
  </p:sldIdLst>
  <p:sldSz cx="9144000" cy="5143500" type="screen16x9"/>
  <p:notesSz cx="6858000" cy="9144000"/>
  <p:embeddedFontLst>
    <p:embeddedFont>
      <p:font typeface="Roboto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4" d="100"/>
          <a:sy n="124" d="100"/>
        </p:scale>
        <p:origin x="274" y="11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4333321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33094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700865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653641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19154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355719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33094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925805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597249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dc88994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dc88994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28680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eometr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135924" y="2032686"/>
            <a:ext cx="8878330" cy="184563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3280" b="1" dirty="0" smtClean="0"/>
              <a:t>NEUROIMAGING LLM MODEL / AGENT – DRIVEN IDE FOR AI INTERPREATION &amp; BUILDING AI APPS</a:t>
            </a:r>
            <a:endParaRPr sz="3280" b="1" dirty="0"/>
          </a:p>
        </p:txBody>
      </p:sp>
      <p:pic>
        <p:nvPicPr>
          <p:cNvPr id="1026" name="Picture 2" descr="NeuroCongniAI Head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997" y="861933"/>
            <a:ext cx="6096000" cy="103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0" y="55235"/>
            <a:ext cx="9144000" cy="8421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400" b="1" dirty="0" smtClean="0"/>
              <a:t>NEUROIMAGING MRI / FMRI / CT SCAN / X-RAYS INTERPRETATION</a:t>
            </a:r>
            <a:endParaRPr lang="en-US" sz="2400" b="1" dirty="0"/>
          </a:p>
        </p:txBody>
      </p:sp>
      <p:sp>
        <p:nvSpPr>
          <p:cNvPr id="4" name="AutoShape 2" descr="CAT12.9 - Computational Anatomy Toolbox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75" y="1073207"/>
            <a:ext cx="3953970" cy="240509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7606" y="2490952"/>
            <a:ext cx="4155170" cy="2351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284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CAT12.9 - Computational Anatomy Toolbox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Google Shape;103;p16"/>
          <p:cNvSpPr txBox="1">
            <a:spLocks noGrp="1"/>
          </p:cNvSpPr>
          <p:nvPr>
            <p:ph type="title"/>
          </p:nvPr>
        </p:nvSpPr>
        <p:spPr>
          <a:xfrm>
            <a:off x="-21020" y="-73570"/>
            <a:ext cx="9144000" cy="4414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200" b="1" dirty="0" smtClean="0"/>
              <a:t>NEUROIMAGING MRI / FMRI / CT SCAN / X-RAYS INTERPRETATION</a:t>
            </a:r>
            <a:endParaRPr lang="en-US" sz="22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753" y="438753"/>
            <a:ext cx="6831724" cy="4441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358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CAT12.9 - Computational Anatomy Toolbox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Google Shape;103;p16"/>
          <p:cNvSpPr txBox="1">
            <a:spLocks noGrp="1"/>
          </p:cNvSpPr>
          <p:nvPr>
            <p:ph type="title"/>
          </p:nvPr>
        </p:nvSpPr>
        <p:spPr>
          <a:xfrm>
            <a:off x="-21020" y="-73570"/>
            <a:ext cx="9144000" cy="4414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200" b="1" dirty="0" smtClean="0"/>
              <a:t>NEUROIMAGING MRI / FMRI / CT SCAN / X-RAYS INTERPRETATION</a:t>
            </a:r>
            <a:endParaRPr lang="en-US" sz="22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862" y="395220"/>
            <a:ext cx="8565930" cy="447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672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CAT12.9 - Computational Anatomy Toolbox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Google Shape;103;p16"/>
          <p:cNvSpPr txBox="1">
            <a:spLocks noGrp="1"/>
          </p:cNvSpPr>
          <p:nvPr>
            <p:ph type="title"/>
          </p:nvPr>
        </p:nvSpPr>
        <p:spPr>
          <a:xfrm>
            <a:off x="-21020" y="-73570"/>
            <a:ext cx="9144000" cy="4414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200" b="1" dirty="0" smtClean="0"/>
              <a:t>NEUROIMAGING MRI / FMRI / CT SCAN / X-RAYS INTERPRETATION</a:t>
            </a:r>
            <a:endParaRPr lang="en-US" sz="22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465" y="377728"/>
            <a:ext cx="6703801" cy="4580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829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CAT12.9 - Computational Anatomy Toolbox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Google Shape;103;p16"/>
          <p:cNvSpPr txBox="1">
            <a:spLocks noGrp="1"/>
          </p:cNvSpPr>
          <p:nvPr>
            <p:ph type="title"/>
          </p:nvPr>
        </p:nvSpPr>
        <p:spPr>
          <a:xfrm>
            <a:off x="-21020" y="-73570"/>
            <a:ext cx="9144000" cy="4414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200" b="1" dirty="0" smtClean="0"/>
              <a:t>NEUROIMAGING MRI / FMRI / CT SCAN / X-RAYS INTERPRETATION</a:t>
            </a:r>
            <a:endParaRPr lang="en-US" sz="22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29" y="438752"/>
            <a:ext cx="7805057" cy="4704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693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0" y="7937"/>
            <a:ext cx="9144000" cy="4988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000" b="1" dirty="0" smtClean="0"/>
              <a:t>GOOGLE ANTIGRAVITY [AGENT – DRIVEN ] IDE</a:t>
            </a:r>
            <a:endParaRPr lang="en-US" sz="2000" b="1" dirty="0"/>
          </a:p>
        </p:txBody>
      </p:sp>
      <p:sp>
        <p:nvSpPr>
          <p:cNvPr id="4" name="AutoShape 2" descr="CAT12.9 - Computational Anatomy Toolbox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297" y="702771"/>
            <a:ext cx="6762746" cy="3805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084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0" y="7937"/>
            <a:ext cx="9144000" cy="4988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000" b="1" dirty="0" smtClean="0"/>
              <a:t>GOOGLE ANTIGRAVITY [AGENT – DRIVEN ] IDE</a:t>
            </a:r>
            <a:endParaRPr lang="en-US" sz="2000" b="1" dirty="0"/>
          </a:p>
        </p:txBody>
      </p:sp>
      <p:sp>
        <p:nvSpPr>
          <p:cNvPr id="4" name="AutoShape 2" descr="CAT12.9 - Computational Anatomy Toolbox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714" y="746315"/>
            <a:ext cx="7185860" cy="4012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18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0" y="7937"/>
            <a:ext cx="9144000" cy="4988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000" b="1" dirty="0" smtClean="0"/>
              <a:t>GOOGLE ANTIGRAVITY [AGENT – DRIVEN ] IDE</a:t>
            </a:r>
            <a:endParaRPr lang="en-US" sz="2000" b="1" dirty="0"/>
          </a:p>
        </p:txBody>
      </p:sp>
      <p:sp>
        <p:nvSpPr>
          <p:cNvPr id="4" name="AutoShape 2" descr="CAT12.9 - Computational Anatomy Toolbox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6" name="Picture 2" descr="https://miro.medium.com/v2/resize:fit:700/1*p62eR0LEvf9RgWkiEX0ES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3888" y="537306"/>
            <a:ext cx="6364968" cy="4319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2585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0" y="7937"/>
            <a:ext cx="9144000" cy="4988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000" b="1" dirty="0" smtClean="0"/>
              <a:t>GOOGLE ANTIGRAVITY [AGENT – DRIVEN ] IDE</a:t>
            </a:r>
            <a:endParaRPr lang="en-US" sz="2000" b="1" dirty="0"/>
          </a:p>
        </p:txBody>
      </p:sp>
      <p:sp>
        <p:nvSpPr>
          <p:cNvPr id="4" name="AutoShape 2" descr="CAT12.9 - Computational Anatomy Toolbox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0" name="Picture 2" descr="https://miro.medium.com/v2/resize:fit:700/1*w-n7i5YYybpqGghUjvpQ-w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948" y="402771"/>
            <a:ext cx="7130142" cy="4740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5135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15013</TotalTime>
  <Words>97</Words>
  <Application>Microsoft Office PowerPoint</Application>
  <PresentationFormat>On-screen Show (16:9)</PresentationFormat>
  <Paragraphs>10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Roboto</vt:lpstr>
      <vt:lpstr>Geometric</vt:lpstr>
      <vt:lpstr>NEUROIMAGING LLM MODEL / AGENT – DRIVEN IDE FOR AI INTERPREATION &amp; BUILDING AI APPS</vt:lpstr>
      <vt:lpstr>NEUROIMAGING MRI / FMRI / CT SCAN / X-RAYS INTERPRETATION</vt:lpstr>
      <vt:lpstr>NEUROIMAGING MRI / FMRI / CT SCAN / X-RAYS INTERPRETATION</vt:lpstr>
      <vt:lpstr>NEUROIMAGING MRI / FMRI / CT SCAN / X-RAYS INTERPRETATION</vt:lpstr>
      <vt:lpstr>NEUROIMAGING MRI / FMRI / CT SCAN / X-RAYS INTERPRETATION</vt:lpstr>
      <vt:lpstr>NEUROIMAGING MRI / FMRI / CT SCAN / X-RAYS INTERPRETATION</vt:lpstr>
      <vt:lpstr>GOOGLE ANTIGRAVITY [AGENT – DRIVEN ] IDE</vt:lpstr>
      <vt:lpstr>GOOGLE ANTIGRAVITY [AGENT – DRIVEN ] IDE</vt:lpstr>
      <vt:lpstr>GOOGLE ANTIGRAVITY [AGENT – DRIVEN ] IDE</vt:lpstr>
      <vt:lpstr>GOOGLE ANTIGRAVITY [AGENT – DRIVEN ] IDE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 YEAR DIPLOMA IN ADVANCE WEB TECHNOLOGY</dc:title>
  <dc:creator>azam</dc:creator>
  <cp:lastModifiedBy>Azam</cp:lastModifiedBy>
  <cp:revision>234</cp:revision>
  <dcterms:modified xsi:type="dcterms:W3CDTF">2025-11-28T13:25:41Z</dcterms:modified>
</cp:coreProperties>
</file>