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443" r:id="rId3"/>
    <p:sldId id="461" r:id="rId4"/>
    <p:sldId id="464" r:id="rId5"/>
    <p:sldId id="465" r:id="rId6"/>
    <p:sldId id="466" r:id="rId7"/>
    <p:sldId id="467" r:id="rId8"/>
    <p:sldId id="468" r:id="rId9"/>
    <p:sldId id="449" r:id="rId10"/>
    <p:sldId id="469" r:id="rId11"/>
    <p:sldId id="470" r:id="rId12"/>
    <p:sldId id="471" r:id="rId13"/>
    <p:sldId id="472" r:id="rId14"/>
    <p:sldId id="473" r:id="rId15"/>
  </p:sldIdLst>
  <p:sldSz cx="9144000" cy="5143500" type="screen16x9"/>
  <p:notesSz cx="6858000" cy="9144000"/>
  <p:embeddedFontLst>
    <p:embeddedFont>
      <p:font typeface="Robo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269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8371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81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7950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1288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75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646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5468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630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9513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254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35924" y="2032686"/>
            <a:ext cx="8878330" cy="21299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DATA </a:t>
            </a:r>
            <a:r>
              <a:rPr lang="en-US" sz="3280" b="1" smtClean="0"/>
              <a:t>PRE-PROCESSING TECHNIQUES / PIPELINES</a:t>
            </a:r>
            <a:r>
              <a:rPr lang="en-US" sz="3280" b="1" dirty="0" smtClean="0"/>
              <a:t/>
            </a:r>
            <a:br>
              <a:rPr lang="en-US" sz="3280" b="1" dirty="0" smtClean="0"/>
            </a:br>
            <a:r>
              <a:rPr lang="en-US" sz="3280" b="1" dirty="0" smtClean="0"/>
              <a:t>FOR</a:t>
            </a:r>
            <a:br>
              <a:rPr lang="en-US" sz="3280" b="1" dirty="0" smtClean="0"/>
            </a:br>
            <a:r>
              <a:rPr lang="en-US" sz="3280" b="1" dirty="0" smtClean="0"/>
              <a:t>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97" y="861933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</a:t>
            </a:r>
            <a:r>
              <a:rPr lang="en-US" sz="2400" b="1" dirty="0" smtClean="0"/>
              <a:t>PRE-PROCESSING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6873" y="82996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</a:rPr>
              <a:t>AGENDA ITEMS:</a:t>
            </a:r>
            <a:endParaRPr lang="en-US" sz="2800" b="1" u="sng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031" y="1389835"/>
            <a:ext cx="789671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tx1"/>
                </a:solidFill>
              </a:rPr>
              <a:t>Converting </a:t>
            </a:r>
            <a:r>
              <a:rPr lang="en-US" sz="2000" b="1" dirty="0" smtClean="0">
                <a:solidFill>
                  <a:schemeClr val="tx1"/>
                </a:solidFill>
              </a:rPr>
              <a:t>DICOM </a:t>
            </a:r>
            <a:r>
              <a:rPr lang="en-US" sz="2000" b="1" dirty="0" smtClean="0">
                <a:solidFill>
                  <a:schemeClr val="tx1"/>
                </a:solidFill>
              </a:rPr>
              <a:t> to </a:t>
            </a:r>
            <a:r>
              <a:rPr lang="en-US" sz="2000" b="1" dirty="0" smtClean="0">
                <a:solidFill>
                  <a:schemeClr val="tx1"/>
                </a:solidFill>
              </a:rPr>
              <a:t>NIFTII </a:t>
            </a:r>
            <a:r>
              <a:rPr lang="en-US" sz="2000" b="1" dirty="0" smtClean="0">
                <a:solidFill>
                  <a:schemeClr val="tx1"/>
                </a:solidFill>
              </a:rPr>
              <a:t>Format By Using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    “</a:t>
            </a:r>
            <a:r>
              <a:rPr lang="en-US" sz="2000" b="1" dirty="0" err="1" smtClean="0">
                <a:solidFill>
                  <a:schemeClr val="tx1"/>
                </a:solidFill>
              </a:rPr>
              <a:t>MRIcroGL</a:t>
            </a:r>
            <a:r>
              <a:rPr lang="en-US" sz="2000" b="1" dirty="0" smtClean="0">
                <a:solidFill>
                  <a:schemeClr val="tx1"/>
                </a:solidFill>
              </a:rPr>
              <a:t>” Voxel based Neuroimaging Tool</a:t>
            </a:r>
          </a:p>
          <a:p>
            <a:endParaRPr lang="en-US" sz="2000" b="1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tx1"/>
                </a:solidFill>
              </a:rPr>
              <a:t>Pipeline for PET Amyloid, Tau Tangles &amp; Neurodegeneration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    Quantification By Using PET &amp; MRI</a:t>
            </a:r>
          </a:p>
          <a:p>
            <a:endParaRPr lang="en-US" sz="2000" b="1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tx1"/>
                </a:solidFill>
              </a:rPr>
              <a:t>Alzheimer Dataset [ADNI-4] &amp; GAAIN For PET Amyloid, Tau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    Tangles and MRI</a:t>
            </a:r>
          </a:p>
          <a:p>
            <a:endParaRPr lang="en-US" sz="2000" b="1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tx1"/>
                </a:solidFill>
              </a:rPr>
              <a:t>N8N Workflow for building AI Agents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2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../_images/01_MRIcroGL_spm1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19" y="135920"/>
            <a:ext cx="7358449" cy="47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08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58046"/>
            <a:ext cx="9144000" cy="449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7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0" y="149328"/>
            <a:ext cx="9068326" cy="471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205646"/>
            <a:ext cx="8837280" cy="45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9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1" y="259191"/>
            <a:ext cx="9016180" cy="454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" y="315097"/>
            <a:ext cx="9003553" cy="450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7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NEURO IMAGING </a:t>
            </a:r>
            <a:r>
              <a:rPr lang="en-US" sz="2000" b="1" dirty="0" smtClean="0"/>
              <a:t>DATASET [ADNI / GAAIN]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77" y="506827"/>
            <a:ext cx="8050426" cy="439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974" y="7936"/>
            <a:ext cx="5060092" cy="48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6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682" y="7937"/>
            <a:ext cx="6622815" cy="478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314" y="37840"/>
            <a:ext cx="5745892" cy="485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733" y="50824"/>
            <a:ext cx="5548183" cy="479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8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0"/>
            <a:ext cx="4522573" cy="485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5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14947</TotalTime>
  <Words>73</Words>
  <Application>Microsoft Office PowerPoint</Application>
  <PresentationFormat>On-screen Show (16:9)</PresentationFormat>
  <Paragraphs>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Roboto</vt:lpstr>
      <vt:lpstr>Arial</vt:lpstr>
      <vt:lpstr>Wingdings</vt:lpstr>
      <vt:lpstr>Geometric</vt:lpstr>
      <vt:lpstr>DATA PRE-PROCESSING TECHNIQUES / PIPELINES FOR AI MODELS</vt:lpstr>
      <vt:lpstr>NEURO IMAGING DATA PRE-PROCESSING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 IMAGING DATASET [ADNI / GAAIN]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227</cp:revision>
  <dcterms:modified xsi:type="dcterms:W3CDTF">2025-11-14T13:56:05Z</dcterms:modified>
</cp:coreProperties>
</file>