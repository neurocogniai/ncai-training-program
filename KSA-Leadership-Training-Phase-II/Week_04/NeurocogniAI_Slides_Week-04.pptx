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0"/>
  </p:notesMasterIdLst>
  <p:sldIdLst>
    <p:sldId id="256" r:id="rId2"/>
    <p:sldId id="443" r:id="rId3"/>
    <p:sldId id="459" r:id="rId4"/>
    <p:sldId id="461" r:id="rId5"/>
    <p:sldId id="449" r:id="rId6"/>
    <p:sldId id="450" r:id="rId7"/>
    <p:sldId id="462" r:id="rId8"/>
    <p:sldId id="463" r:id="rId9"/>
  </p:sldIdLst>
  <p:sldSz cx="9144000" cy="5143500" type="screen16x9"/>
  <p:notesSz cx="6858000" cy="9144000"/>
  <p:embeddedFontLst>
    <p:embeddedFont>
      <p:font typeface="Roboto" panose="020B0604020202020204" charset="0"/>
      <p:regular r:id="rId11"/>
      <p:bold r:id="rId12"/>
      <p:italic r:id="rId13"/>
      <p:boldItalic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4" d="100"/>
          <a:sy n="124" d="100"/>
        </p:scale>
        <p:origin x="274" y="91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43333213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ddc889944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2ddc889944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633094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ddc889944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2ddc889944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700865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ddc889944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2ddc889944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926913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ddc889944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2ddc889944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633094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ddc889944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2ddc889944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633094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ddc889944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2ddc889944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406617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ddc889944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2ddc889944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289239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10800000" flipH="1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10800000" flipH="1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" name="Google Shape;26;p3"/>
          <p:cNvSpPr txBox="1">
            <a:spLocks noGrp="1"/>
          </p:cNvSpPr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5" name="Google Shape;35;p4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4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7" name="Google Shape;37;p4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body" idx="1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body" idx="2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body" idx="1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4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rot="10800000" flipH="1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7" name="Google Shape;57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8" name="Google Shape;58;p8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2" name="Google Shape;62;p9"/>
          <p:cNvSpPr txBox="1">
            <a:spLocks noGrp="1"/>
          </p:cNvSpPr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5" name="Google Shape;65;p9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rot="10800000" flipH="1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6" name="Google Shape;76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>
            <a:spLocks noGrp="1"/>
          </p:cNvSpPr>
          <p:nvPr>
            <p:ph type="body" idx="1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8" name="Google Shape;78;p11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geometric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>
            <a:spLocks noGrp="1"/>
          </p:cNvSpPr>
          <p:nvPr>
            <p:ph type="ctrTitle"/>
          </p:nvPr>
        </p:nvSpPr>
        <p:spPr>
          <a:xfrm>
            <a:off x="135924" y="2032686"/>
            <a:ext cx="8878330" cy="212990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3280" b="1" dirty="0" smtClean="0"/>
              <a:t>DATA </a:t>
            </a:r>
            <a:r>
              <a:rPr lang="en-US" sz="3280" b="1" smtClean="0"/>
              <a:t>PRE-PROCESSING TECHNIQUES / PIPELINES</a:t>
            </a:r>
            <a:r>
              <a:rPr lang="en-US" sz="3280" b="1" dirty="0" smtClean="0"/>
              <a:t/>
            </a:r>
            <a:br>
              <a:rPr lang="en-US" sz="3280" b="1" dirty="0" smtClean="0"/>
            </a:br>
            <a:r>
              <a:rPr lang="en-US" sz="3280" b="1" dirty="0" smtClean="0"/>
              <a:t>FOR</a:t>
            </a:r>
            <a:br>
              <a:rPr lang="en-US" sz="3280" b="1" dirty="0" smtClean="0"/>
            </a:br>
            <a:r>
              <a:rPr lang="en-US" sz="3280" b="1" dirty="0" smtClean="0"/>
              <a:t>AI MODELS</a:t>
            </a:r>
            <a:endParaRPr sz="3280" b="1" dirty="0"/>
          </a:p>
        </p:txBody>
      </p:sp>
      <p:pic>
        <p:nvPicPr>
          <p:cNvPr id="1026" name="Picture 2" descr="NeuroCongniAI Heade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6997" y="861933"/>
            <a:ext cx="6096000" cy="1038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>
            <a:spLocks noGrp="1"/>
          </p:cNvSpPr>
          <p:nvPr>
            <p:ph type="title"/>
          </p:nvPr>
        </p:nvSpPr>
        <p:spPr>
          <a:xfrm>
            <a:off x="0" y="93306"/>
            <a:ext cx="9144000" cy="49889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US" sz="2400" b="1" dirty="0" smtClean="0"/>
              <a:t>NEURO IMAGING DATA PRE-PROCESSING PIPELINES</a:t>
            </a:r>
            <a:endParaRPr lang="en-US" sz="2400" b="1" dirty="0"/>
          </a:p>
        </p:txBody>
      </p:sp>
      <p:sp>
        <p:nvSpPr>
          <p:cNvPr id="4" name="AutoShape 2" descr="CAT12.9 - Computational Anatomy Toolbox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0159" y="824497"/>
            <a:ext cx="6139476" cy="81533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8974" y="3505257"/>
            <a:ext cx="3314700" cy="138112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64844" y="2466933"/>
            <a:ext cx="661431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>
                <a:solidFill>
                  <a:schemeClr val="tx1"/>
                </a:solidFill>
              </a:rPr>
              <a:t>CONVERTING DICOM / NIFTII DATA STRUCTURE TO</a:t>
            </a:r>
            <a:endParaRPr lang="en-US" sz="2000" b="1" dirty="0">
              <a:solidFill>
                <a:schemeClr val="tx1"/>
              </a:solidFill>
            </a:endParaRPr>
          </a:p>
        </p:txBody>
      </p:sp>
      <p:sp>
        <p:nvSpPr>
          <p:cNvPr id="9" name="Down Arrow 8"/>
          <p:cNvSpPr/>
          <p:nvPr/>
        </p:nvSpPr>
        <p:spPr>
          <a:xfrm>
            <a:off x="4386772" y="1639828"/>
            <a:ext cx="342777" cy="79083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Down Arrow 10"/>
          <p:cNvSpPr/>
          <p:nvPr/>
        </p:nvSpPr>
        <p:spPr>
          <a:xfrm>
            <a:off x="4386772" y="2903311"/>
            <a:ext cx="367613" cy="74558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2844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>
            <a:spLocks noGrp="1"/>
          </p:cNvSpPr>
          <p:nvPr>
            <p:ph type="title"/>
          </p:nvPr>
        </p:nvSpPr>
        <p:spPr>
          <a:xfrm>
            <a:off x="0" y="-79679"/>
            <a:ext cx="9038968" cy="48127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US" sz="2400" b="1" dirty="0" smtClean="0"/>
              <a:t>NEURO IMAGING DATA PRE-PROCESSING [BIDS]</a:t>
            </a:r>
            <a:endParaRPr lang="en-US" sz="2400" b="1" dirty="0"/>
          </a:p>
        </p:txBody>
      </p:sp>
      <p:sp>
        <p:nvSpPr>
          <p:cNvPr id="4" name="AutoShape 2" descr="CAT12.9 - Computational Anatomy Toolbox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3892" y="518983"/>
            <a:ext cx="6493475" cy="4380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2358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 descr="CAT12.9 - Computational Anatomy Toolbox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30" y="105032"/>
            <a:ext cx="8906938" cy="4785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60815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>
            <a:spLocks noGrp="1"/>
          </p:cNvSpPr>
          <p:nvPr>
            <p:ph type="title"/>
          </p:nvPr>
        </p:nvSpPr>
        <p:spPr>
          <a:xfrm>
            <a:off x="0" y="7937"/>
            <a:ext cx="9144000" cy="49889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US" sz="2000" b="1" dirty="0" smtClean="0"/>
              <a:t>NEURO IMAGING DATA PRE-PROCESSING PIPELINES [ </a:t>
            </a:r>
            <a:r>
              <a:rPr lang="en-US" sz="2000" b="1" dirty="0" err="1" smtClean="0"/>
              <a:t>fMRIPrep</a:t>
            </a:r>
            <a:r>
              <a:rPr lang="en-US" sz="2000" b="1" dirty="0" smtClean="0"/>
              <a:t> ]</a:t>
            </a:r>
            <a:endParaRPr lang="en-US" sz="2000" b="1" dirty="0"/>
          </a:p>
        </p:txBody>
      </p:sp>
      <p:sp>
        <p:nvSpPr>
          <p:cNvPr id="4" name="AutoShape 2" descr="CAT12.9 - Computational Anatomy Toolbox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74594"/>
            <a:ext cx="9144000" cy="4111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1084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>
            <a:spLocks noGrp="1"/>
          </p:cNvSpPr>
          <p:nvPr>
            <p:ph type="title"/>
          </p:nvPr>
        </p:nvSpPr>
        <p:spPr>
          <a:xfrm>
            <a:off x="0" y="-89107"/>
            <a:ext cx="9144000" cy="49889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US" sz="2400" b="1" dirty="0" smtClean="0"/>
              <a:t>NEURO IMAGING DATA PRE-PROCESSING PIPELINES [ </a:t>
            </a:r>
            <a:r>
              <a:rPr lang="en-US" sz="2400" b="1" dirty="0" err="1" smtClean="0"/>
              <a:t>Clinica</a:t>
            </a:r>
            <a:r>
              <a:rPr lang="en-US" sz="2400" b="1" dirty="0" smtClean="0"/>
              <a:t> ]</a:t>
            </a:r>
            <a:endParaRPr lang="en-US" sz="2400" b="1" dirty="0"/>
          </a:p>
        </p:txBody>
      </p:sp>
      <p:sp>
        <p:nvSpPr>
          <p:cNvPr id="4" name="AutoShape 2" descr="CAT12.9 - Computational Anatomy Toolbox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93" y="409783"/>
            <a:ext cx="9088395" cy="4733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18535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>
            <a:spLocks noGrp="1"/>
          </p:cNvSpPr>
          <p:nvPr>
            <p:ph type="title"/>
          </p:nvPr>
        </p:nvSpPr>
        <p:spPr>
          <a:xfrm>
            <a:off x="0" y="93306"/>
            <a:ext cx="9144000" cy="49889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US" sz="2200" b="1" dirty="0" err="1" smtClean="0"/>
              <a:t>fMRIprep</a:t>
            </a:r>
            <a:r>
              <a:rPr lang="en-US" sz="2200" b="1" dirty="0" smtClean="0"/>
              <a:t> INSTALLATION FOR DATA </a:t>
            </a:r>
            <a:r>
              <a:rPr lang="en-US" sz="2200" b="1" dirty="0" smtClean="0"/>
              <a:t>PRE-PROCESSING PIPELINES</a:t>
            </a:r>
            <a:endParaRPr lang="en-US" sz="2200" b="1" dirty="0"/>
          </a:p>
        </p:txBody>
      </p:sp>
      <p:sp>
        <p:nvSpPr>
          <p:cNvPr id="4" name="AutoShape 2" descr="CAT12.9 - Computational Anatomy Toolbox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292666" y="663149"/>
            <a:ext cx="356540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sv-SE" b="1" dirty="0">
                <a:solidFill>
                  <a:srgbClr val="404040"/>
                </a:solidFill>
                <a:latin typeface="Roboto Slab"/>
              </a:rPr>
              <a:t>fMRIPrep </a:t>
            </a:r>
            <a:r>
              <a:rPr lang="sv-SE" b="1" dirty="0" smtClean="0">
                <a:solidFill>
                  <a:srgbClr val="404040"/>
                </a:solidFill>
                <a:latin typeface="Roboto Slab"/>
              </a:rPr>
              <a:t>Installation: Docker Container</a:t>
            </a:r>
            <a:endParaRPr lang="sv-SE" b="1" dirty="0">
              <a:solidFill>
                <a:srgbClr val="404040"/>
              </a:solidFill>
              <a:latin typeface="Roboto Slab"/>
            </a:endParaRPr>
          </a:p>
        </p:txBody>
      </p:sp>
      <p:pic>
        <p:nvPicPr>
          <p:cNvPr id="1026" name="Picture 2" descr="../../_images/OS_Docker_Memory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6886" y="1137742"/>
            <a:ext cx="5987033" cy="3799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736243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>
            <a:spLocks noGrp="1"/>
          </p:cNvSpPr>
          <p:nvPr>
            <p:ph type="title"/>
          </p:nvPr>
        </p:nvSpPr>
        <p:spPr>
          <a:xfrm>
            <a:off x="-1" y="0"/>
            <a:ext cx="9144000" cy="49889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US" sz="2200" b="1" dirty="0" err="1" smtClean="0"/>
              <a:t>fMRIprep</a:t>
            </a:r>
            <a:r>
              <a:rPr lang="en-US" sz="2200" b="1" dirty="0" smtClean="0"/>
              <a:t> INSTALLATION FOR DATA </a:t>
            </a:r>
            <a:r>
              <a:rPr lang="en-US" sz="2200" b="1" dirty="0" smtClean="0"/>
              <a:t>PRE-PROCESSING PIPELINES</a:t>
            </a:r>
            <a:endParaRPr lang="en-US" sz="2200" b="1" dirty="0"/>
          </a:p>
        </p:txBody>
      </p:sp>
      <p:sp>
        <p:nvSpPr>
          <p:cNvPr id="2" name="Rectangle 1"/>
          <p:cNvSpPr/>
          <p:nvPr/>
        </p:nvSpPr>
        <p:spPr>
          <a:xfrm>
            <a:off x="292666" y="663149"/>
            <a:ext cx="356540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sv-SE" b="1" dirty="0">
                <a:solidFill>
                  <a:srgbClr val="404040"/>
                </a:solidFill>
                <a:latin typeface="Roboto Slab"/>
              </a:rPr>
              <a:t>fMRIPrep </a:t>
            </a:r>
            <a:r>
              <a:rPr lang="sv-SE" b="1" dirty="0" smtClean="0">
                <a:solidFill>
                  <a:srgbClr val="404040"/>
                </a:solidFill>
                <a:latin typeface="Roboto Slab"/>
              </a:rPr>
              <a:t>Installation: Docker Container</a:t>
            </a:r>
            <a:endParaRPr lang="sv-SE" b="1" dirty="0">
              <a:solidFill>
                <a:srgbClr val="404040"/>
              </a:solidFill>
              <a:latin typeface="Roboto Slab"/>
            </a:endParaRPr>
          </a:p>
        </p:txBody>
      </p:sp>
      <p:pic>
        <p:nvPicPr>
          <p:cNvPr id="1026" name="Picture 2" descr="../../_images/OS_Docker_Memory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2250" y="1637269"/>
            <a:ext cx="5131749" cy="32566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307975" y="1082766"/>
            <a:ext cx="313739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err="1">
                <a:solidFill>
                  <a:schemeClr val="tx1"/>
                </a:solidFill>
              </a:rPr>
              <a:t>docker</a:t>
            </a:r>
            <a:r>
              <a:rPr lang="en-US" b="1" dirty="0">
                <a:solidFill>
                  <a:schemeClr val="tx1"/>
                </a:solidFill>
              </a:rPr>
              <a:t> pull </a:t>
            </a:r>
            <a:r>
              <a:rPr lang="en-US" b="1" dirty="0" err="1" smtClean="0">
                <a:solidFill>
                  <a:schemeClr val="tx1"/>
                </a:solidFill>
              </a:rPr>
              <a:t>nipreps</a:t>
            </a:r>
            <a:r>
              <a:rPr lang="en-US" b="1" dirty="0" smtClean="0">
                <a:solidFill>
                  <a:schemeClr val="tx1"/>
                </a:solidFill>
              </a:rPr>
              <a:t>/</a:t>
            </a:r>
            <a:r>
              <a:rPr lang="en-US" b="1" dirty="0" err="1" smtClean="0">
                <a:solidFill>
                  <a:schemeClr val="tx1"/>
                </a:solidFill>
              </a:rPr>
              <a:t>fmriprep:latest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92666" y="1302328"/>
            <a:ext cx="340990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eaLnBrk="0" fontAlgn="base" hangingPunct="0">
              <a:spcBef>
                <a:spcPct val="30000"/>
              </a:spcBef>
              <a:spcAft>
                <a:spcPct val="0"/>
              </a:spcAft>
              <a:buClrTx/>
            </a:pP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python</a:t>
            </a:r>
            <a:r>
              <a:rPr lang="en-US" altLang="en-US" sz="1000" b="1" dirty="0">
                <a:solidFill>
                  <a:srgbClr val="404040"/>
                </a:solidFill>
                <a:latin typeface="SFMono-Regular"/>
              </a:rPr>
              <a:t> </a:t>
            </a:r>
            <a:r>
              <a:rPr lang="en-US" altLang="en-US" sz="2000" b="1" dirty="0">
                <a:solidFill>
                  <a:srgbClr val="666666"/>
                </a:solidFill>
                <a:latin typeface="Arial" panose="020B0604020202020204" pitchFamily="34" charset="0"/>
              </a:rPr>
              <a:t>-</a:t>
            </a: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m</a:t>
            </a:r>
            <a:r>
              <a:rPr lang="en-US" altLang="en-US" sz="1000" b="1" dirty="0">
                <a:solidFill>
                  <a:srgbClr val="404040"/>
                </a:solidFill>
                <a:latin typeface="SFMono-Regular"/>
              </a:rPr>
              <a:t> </a:t>
            </a: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pip</a:t>
            </a:r>
            <a:r>
              <a:rPr lang="en-US" altLang="en-US" sz="1000" b="1" dirty="0">
                <a:solidFill>
                  <a:srgbClr val="404040"/>
                </a:solidFill>
                <a:latin typeface="SFMono-Regular"/>
              </a:rPr>
              <a:t> </a:t>
            </a: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install</a:t>
            </a:r>
            <a:r>
              <a:rPr lang="en-US" altLang="en-US" sz="1000" b="1" dirty="0">
                <a:solidFill>
                  <a:srgbClr val="404040"/>
                </a:solidFill>
                <a:latin typeface="SFMono-Regular"/>
              </a:rPr>
              <a:t> </a:t>
            </a:r>
            <a:r>
              <a:rPr lang="en-US" altLang="en-US" b="1" dirty="0" err="1" smtClean="0">
                <a:solidFill>
                  <a:schemeClr val="tx1"/>
                </a:solidFill>
                <a:latin typeface="Arial" panose="020B0604020202020204" pitchFamily="34" charset="0"/>
              </a:rPr>
              <a:t>fmriprep</a:t>
            </a:r>
            <a:r>
              <a:rPr lang="en-US" altLang="en-US" sz="2000" b="1" dirty="0" err="1" smtClean="0">
                <a:solidFill>
                  <a:srgbClr val="666666"/>
                </a:solidFill>
                <a:latin typeface="Arial" panose="020B0604020202020204" pitchFamily="34" charset="0"/>
              </a:rPr>
              <a:t>-</a:t>
            </a:r>
            <a:r>
              <a:rPr lang="en-US" altLang="en-US" b="1" dirty="0" err="1" smtClean="0">
                <a:solidFill>
                  <a:schemeClr val="tx1"/>
                </a:solidFill>
                <a:latin typeface="Arial" panose="020B0604020202020204" pitchFamily="34" charset="0"/>
              </a:rPr>
              <a:t>docker</a:t>
            </a:r>
            <a:r>
              <a:rPr lang="en-US" altLang="en-US" sz="700" b="1" dirty="0" smtClean="0">
                <a:solidFill>
                  <a:schemeClr val="tx1"/>
                </a:solidFill>
              </a:rPr>
              <a:t> </a:t>
            </a:r>
            <a:endParaRPr lang="en-US" altLang="en-US" b="1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57249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14914</TotalTime>
  <Words>71</Words>
  <Application>Microsoft Office PowerPoint</Application>
  <PresentationFormat>On-screen Show (16:9)</PresentationFormat>
  <Paragraphs>12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Roboto Slab</vt:lpstr>
      <vt:lpstr>Arial</vt:lpstr>
      <vt:lpstr>Roboto</vt:lpstr>
      <vt:lpstr>SFMono-Regular</vt:lpstr>
      <vt:lpstr>Geometric</vt:lpstr>
      <vt:lpstr>DATA PRE-PROCESSING TECHNIQUES / PIPELINES FOR AI MODELS</vt:lpstr>
      <vt:lpstr>NEURO IMAGING DATA PRE-PROCESSING PIPELINES</vt:lpstr>
      <vt:lpstr>NEURO IMAGING DATA PRE-PROCESSING [BIDS]</vt:lpstr>
      <vt:lpstr>PowerPoint Presentation</vt:lpstr>
      <vt:lpstr>NEURO IMAGING DATA PRE-PROCESSING PIPELINES [ fMRIPrep ]</vt:lpstr>
      <vt:lpstr>NEURO IMAGING DATA PRE-PROCESSING PIPELINES [ Clinica ]</vt:lpstr>
      <vt:lpstr>fMRIprep INSTALLATION FOR DATA PRE-PROCESSING PIPELINES</vt:lpstr>
      <vt:lpstr>fMRIprep INSTALLATION FOR DATA PRE-PROCESSING PIPELINES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 YEAR DIPLOMA IN ADVANCE WEB TECHNOLOGY</dc:title>
  <dc:creator>azam</dc:creator>
  <cp:lastModifiedBy>Azam</cp:lastModifiedBy>
  <cp:revision>222</cp:revision>
  <dcterms:modified xsi:type="dcterms:W3CDTF">2025-10-17T13:29:44Z</dcterms:modified>
</cp:coreProperties>
</file>