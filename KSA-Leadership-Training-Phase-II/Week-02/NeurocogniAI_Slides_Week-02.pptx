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462" r:id="rId3"/>
    <p:sldId id="443" r:id="rId4"/>
    <p:sldId id="442" r:id="rId5"/>
    <p:sldId id="451" r:id="rId6"/>
    <p:sldId id="452" r:id="rId7"/>
    <p:sldId id="453" r:id="rId8"/>
    <p:sldId id="454" r:id="rId9"/>
    <p:sldId id="459" r:id="rId10"/>
    <p:sldId id="460" r:id="rId11"/>
    <p:sldId id="461" r:id="rId12"/>
    <p:sldId id="449" r:id="rId13"/>
    <p:sldId id="450" r:id="rId14"/>
    <p:sldId id="444" r:id="rId15"/>
    <p:sldId id="455" r:id="rId16"/>
    <p:sldId id="456" r:id="rId17"/>
    <p:sldId id="457" r:id="rId18"/>
    <p:sldId id="458" r:id="rId19"/>
    <p:sldId id="445" r:id="rId20"/>
  </p:sldIdLst>
  <p:sldSz cx="9144000" cy="5143500" type="screen16x9"/>
  <p:notesSz cx="6858000" cy="9144000"/>
  <p:embeddedFontLst>
    <p:embeddedFont>
      <p:font typeface="Roboto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274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33332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7134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0774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3749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2938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4835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00865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37067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8967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31806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39265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57781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18286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135924" y="2032686"/>
            <a:ext cx="8878330" cy="21299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80" b="1" dirty="0" smtClean="0"/>
              <a:t>DATA </a:t>
            </a:r>
            <a:r>
              <a:rPr lang="en-US" sz="3280" b="1" smtClean="0"/>
              <a:t>PRE-PROCESSING </a:t>
            </a:r>
            <a:r>
              <a:rPr lang="en-US" sz="3280" b="1" smtClean="0"/>
              <a:t>TECHNIQUES / PIPELINES</a:t>
            </a:r>
            <a:r>
              <a:rPr lang="en-US" sz="3280" b="1" dirty="0" smtClean="0"/>
              <a:t/>
            </a:r>
            <a:br>
              <a:rPr lang="en-US" sz="3280" b="1" dirty="0" smtClean="0"/>
            </a:br>
            <a:r>
              <a:rPr lang="en-US" sz="3280" b="1" dirty="0" smtClean="0"/>
              <a:t>FOR</a:t>
            </a:r>
            <a:br>
              <a:rPr lang="en-US" sz="3280" b="1" dirty="0" smtClean="0"/>
            </a:br>
            <a:r>
              <a:rPr lang="en-US" sz="3280" b="1" dirty="0" smtClean="0"/>
              <a:t>AI MODELS</a:t>
            </a:r>
            <a:endParaRPr sz="3280" b="1" dirty="0"/>
          </a:p>
        </p:txBody>
      </p:sp>
      <p:pic>
        <p:nvPicPr>
          <p:cNvPr id="1026" name="Picture 2" descr="NeuroCongniAI Hea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997" y="861933"/>
            <a:ext cx="6096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93306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SOURCES OF NEURO IMAGING DATASETS </a:t>
            </a:r>
            <a:endParaRPr lang="en-US" sz="2400" b="1" dirty="0"/>
          </a:p>
        </p:txBody>
      </p:sp>
      <p:sp>
        <p:nvSpPr>
          <p:cNvPr id="7" name="Google Shape;161;g1e44a481ae3_0_286"/>
          <p:cNvSpPr txBox="1">
            <a:spLocks noGrp="1"/>
          </p:cNvSpPr>
          <p:nvPr>
            <p:ph type="body" idx="1"/>
          </p:nvPr>
        </p:nvSpPr>
        <p:spPr>
          <a:xfrm>
            <a:off x="313029" y="2903776"/>
            <a:ext cx="6112485" cy="1724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5"/>
              <a:buChar char="●"/>
            </a:pPr>
            <a:r>
              <a:rPr lang="en" dirty="0" smtClean="0">
                <a:solidFill>
                  <a:srgbClr val="000000"/>
                </a:solidFill>
              </a:rPr>
              <a:t>ADNI-1, ADNI-2, ADNI-GO, ADNI-3</a:t>
            </a:r>
            <a:endParaRPr dirty="0">
              <a:solidFill>
                <a:srgbClr val="000000"/>
              </a:solidFill>
            </a:endParaRP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5"/>
              <a:buChar char="●"/>
            </a:pPr>
            <a:r>
              <a:rPr lang="en" dirty="0" smtClean="0">
                <a:solidFill>
                  <a:srgbClr val="000000"/>
                </a:solidFill>
              </a:rPr>
              <a:t>OASIS 1, OASIS 2</a:t>
            </a: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5"/>
              <a:buChar char="●"/>
            </a:pPr>
            <a:r>
              <a:rPr lang="en-US" dirty="0" smtClean="0">
                <a:solidFill>
                  <a:srgbClr val="000000"/>
                </a:solidFill>
              </a:rPr>
              <a:t>PPMI</a:t>
            </a:r>
            <a:endParaRPr dirty="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553" y="1411061"/>
            <a:ext cx="2602863" cy="10148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416" y="1324563"/>
            <a:ext cx="2587145" cy="14173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416" y="1163839"/>
            <a:ext cx="1738828" cy="17388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80" y="57058"/>
            <a:ext cx="979714" cy="103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199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93306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NEURO IMAGING DATA PRE-PROCESSING TOOLS</a:t>
            </a:r>
            <a:endParaRPr lang="en-US" sz="24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4" y="877126"/>
            <a:ext cx="2790825" cy="15621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857" y="2758319"/>
            <a:ext cx="2064496" cy="8870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47" y="2802083"/>
            <a:ext cx="6139476" cy="8153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836" y="885626"/>
            <a:ext cx="3314700" cy="1381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415" y="755679"/>
            <a:ext cx="2199303" cy="164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8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-9320"/>
            <a:ext cx="9144000" cy="4105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 smtClean="0"/>
              <a:t>DATA PRE-PROCESSING  [PURE PYTHON APPROACH] </a:t>
            </a:r>
            <a:endParaRPr lang="en-US" sz="2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689" y="485192"/>
            <a:ext cx="6848669" cy="437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336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70" y="398107"/>
            <a:ext cx="8841259" cy="4741543"/>
          </a:xfrm>
          <a:prstGeom prst="rect">
            <a:avLst/>
          </a:prstGeom>
        </p:spPr>
      </p:pic>
      <p:sp>
        <p:nvSpPr>
          <p:cNvPr id="7" name="Google Shape;103;p16"/>
          <p:cNvSpPr txBox="1">
            <a:spLocks noGrp="1"/>
          </p:cNvSpPr>
          <p:nvPr>
            <p:ph type="title"/>
          </p:nvPr>
        </p:nvSpPr>
        <p:spPr>
          <a:xfrm>
            <a:off x="0" y="-113573"/>
            <a:ext cx="9038968" cy="4812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NEURO IMAGING DATA PRE-PROCESSING </a:t>
            </a:r>
            <a:r>
              <a:rPr lang="en-US" sz="2400" b="1" dirty="0" smtClean="0"/>
              <a:t>LIBRARY</a:t>
            </a:r>
            <a:r>
              <a:rPr lang="en-US" sz="2400" b="1" dirty="0" smtClean="0"/>
              <a:t> </a:t>
            </a:r>
            <a:r>
              <a:rPr lang="en-US" sz="2400" b="1" dirty="0" smtClean="0"/>
              <a:t>[ </a:t>
            </a:r>
            <a:r>
              <a:rPr lang="en-US" sz="2400" b="1" dirty="0" err="1" smtClean="0"/>
              <a:t>Nipype</a:t>
            </a:r>
            <a:r>
              <a:rPr lang="en-US" sz="2400" b="1" dirty="0" smtClean="0"/>
              <a:t> </a:t>
            </a:r>
            <a:r>
              <a:rPr lang="en-US" sz="2400" b="1" dirty="0" smtClean="0"/>
              <a:t>]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69994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166" y="592196"/>
            <a:ext cx="8550361" cy="4489834"/>
          </a:xfrm>
          <a:prstGeom prst="rect">
            <a:avLst/>
          </a:prstGeom>
        </p:spPr>
      </p:pic>
      <p:sp>
        <p:nvSpPr>
          <p:cNvPr id="7" name="Google Shape;103;p16"/>
          <p:cNvSpPr txBox="1">
            <a:spLocks noGrp="1"/>
          </p:cNvSpPr>
          <p:nvPr>
            <p:ph type="title"/>
          </p:nvPr>
        </p:nvSpPr>
        <p:spPr>
          <a:xfrm>
            <a:off x="0" y="-113573"/>
            <a:ext cx="9038968" cy="4812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NEURO IMAGING DATA PRE-PROCESSING </a:t>
            </a:r>
            <a:r>
              <a:rPr lang="en-US" sz="2400" b="1" dirty="0" smtClean="0"/>
              <a:t>LIBRARY</a:t>
            </a:r>
            <a:r>
              <a:rPr lang="en-US" sz="2400" b="1" dirty="0" smtClean="0"/>
              <a:t> </a:t>
            </a:r>
            <a:r>
              <a:rPr lang="en-US" sz="2400" b="1" dirty="0" smtClean="0"/>
              <a:t>[ </a:t>
            </a:r>
            <a:r>
              <a:rPr lang="en-US" sz="2400" b="1" dirty="0" err="1" smtClean="0"/>
              <a:t>Nipype</a:t>
            </a:r>
            <a:r>
              <a:rPr lang="en-US" sz="2400" b="1" dirty="0" smtClean="0"/>
              <a:t> </a:t>
            </a:r>
            <a:r>
              <a:rPr lang="en-US" sz="2400" b="1" dirty="0" smtClean="0"/>
              <a:t>]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5859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59" y="369772"/>
            <a:ext cx="7839912" cy="4539797"/>
          </a:xfrm>
          <a:prstGeom prst="rect">
            <a:avLst/>
          </a:prstGeom>
        </p:spPr>
      </p:pic>
      <p:sp>
        <p:nvSpPr>
          <p:cNvPr id="7" name="Google Shape;103;p16"/>
          <p:cNvSpPr txBox="1">
            <a:spLocks noGrp="1"/>
          </p:cNvSpPr>
          <p:nvPr>
            <p:ph type="title"/>
          </p:nvPr>
        </p:nvSpPr>
        <p:spPr>
          <a:xfrm>
            <a:off x="0" y="-144463"/>
            <a:ext cx="9038968" cy="4812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NEURO IMAGING DATA PRE-PROCESSING </a:t>
            </a:r>
            <a:r>
              <a:rPr lang="en-US" sz="2400" b="1" dirty="0" smtClean="0"/>
              <a:t>LIBRARY</a:t>
            </a:r>
            <a:r>
              <a:rPr lang="en-US" sz="2400" b="1" dirty="0" smtClean="0"/>
              <a:t> </a:t>
            </a:r>
            <a:r>
              <a:rPr lang="en-US" sz="2400" b="1" dirty="0" smtClean="0"/>
              <a:t>[ </a:t>
            </a:r>
            <a:r>
              <a:rPr lang="en-US" sz="2400" b="1" dirty="0" err="1" smtClean="0"/>
              <a:t>Nipype</a:t>
            </a:r>
            <a:r>
              <a:rPr lang="en-US" sz="2400" b="1" dirty="0" smtClean="0"/>
              <a:t> </a:t>
            </a:r>
            <a:r>
              <a:rPr lang="en-US" sz="2400" b="1" dirty="0" smtClean="0"/>
              <a:t>]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66827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-79679"/>
            <a:ext cx="9038968" cy="4812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NEURO IMAGING DATA PRE-PROCESSING </a:t>
            </a:r>
            <a:r>
              <a:rPr lang="en-US" sz="2400" b="1" dirty="0" smtClean="0"/>
              <a:t>LIBRARY</a:t>
            </a:r>
            <a:r>
              <a:rPr lang="en-US" sz="2400" b="1" dirty="0" smtClean="0"/>
              <a:t> </a:t>
            </a:r>
            <a:r>
              <a:rPr lang="en-US" sz="2400" b="1" dirty="0" smtClean="0"/>
              <a:t>[ </a:t>
            </a:r>
            <a:r>
              <a:rPr lang="en-US" sz="2400" b="1" dirty="0" err="1" smtClean="0"/>
              <a:t>Nipype</a:t>
            </a:r>
            <a:r>
              <a:rPr lang="en-US" sz="2400" b="1" dirty="0" smtClean="0"/>
              <a:t> </a:t>
            </a:r>
            <a:r>
              <a:rPr lang="en-US" sz="2400" b="1" dirty="0" smtClean="0"/>
              <a:t>]</a:t>
            </a:r>
            <a:endParaRPr lang="en-US" sz="24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56" y="401595"/>
            <a:ext cx="7816455" cy="467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777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-79679"/>
            <a:ext cx="9038968" cy="4812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NEURO IMAGING DATA </a:t>
            </a:r>
            <a:r>
              <a:rPr lang="en-US" sz="2400" b="1" smtClean="0"/>
              <a:t>PRE-PROCESSING </a:t>
            </a:r>
            <a:r>
              <a:rPr lang="en-US" sz="2400" b="1" smtClean="0"/>
              <a:t>STRUCTURE</a:t>
            </a:r>
            <a:endParaRPr lang="en-US" sz="24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892" y="518983"/>
            <a:ext cx="6493475" cy="438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35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0" y="105032"/>
            <a:ext cx="8906938" cy="478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08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5" y="37350"/>
            <a:ext cx="8897937" cy="483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4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7937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000" b="1" dirty="0" smtClean="0"/>
              <a:t>NEURO IMAGING DATA PRE-PROCESSING </a:t>
            </a:r>
            <a:r>
              <a:rPr lang="en-US" sz="2000" b="1" dirty="0" smtClean="0"/>
              <a:t>PIPELINES</a:t>
            </a:r>
            <a:r>
              <a:rPr lang="en-US" sz="2000" b="1" dirty="0" smtClean="0"/>
              <a:t> </a:t>
            </a:r>
            <a:r>
              <a:rPr lang="en-US" sz="2000" b="1" dirty="0" smtClean="0"/>
              <a:t>[ </a:t>
            </a:r>
            <a:r>
              <a:rPr lang="en-US" sz="2000" b="1" dirty="0" err="1" smtClean="0"/>
              <a:t>fMRIPrep</a:t>
            </a:r>
            <a:r>
              <a:rPr lang="en-US" sz="2000" b="1" dirty="0" smtClean="0"/>
              <a:t> ]</a:t>
            </a:r>
            <a:endParaRPr lang="en-US" sz="20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4594"/>
            <a:ext cx="9144000" cy="411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8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-89107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NEURO IMAGING DATA PRE-PROCESSING </a:t>
            </a:r>
            <a:r>
              <a:rPr lang="en-US" sz="2400" b="1" dirty="0" smtClean="0"/>
              <a:t>PIPELINES</a:t>
            </a:r>
            <a:r>
              <a:rPr lang="en-US" sz="2400" b="1" dirty="0" smtClean="0"/>
              <a:t> </a:t>
            </a:r>
            <a:r>
              <a:rPr lang="en-US" sz="2400" b="1" dirty="0" smtClean="0"/>
              <a:t>[ </a:t>
            </a:r>
            <a:r>
              <a:rPr lang="en-US" sz="2400" b="1" dirty="0" err="1" smtClean="0"/>
              <a:t>Clinica</a:t>
            </a:r>
            <a:r>
              <a:rPr lang="en-US" sz="2400" b="1" dirty="0" smtClean="0"/>
              <a:t> ]</a:t>
            </a:r>
            <a:endParaRPr lang="en-US" sz="24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3" y="409783"/>
            <a:ext cx="9088395" cy="473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5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93306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NEUROCOGNI AI MODELS &amp; TOOLKIT</a:t>
            </a:r>
            <a:endParaRPr lang="en-US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77" y="759874"/>
            <a:ext cx="5414448" cy="322430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920" y="743802"/>
            <a:ext cx="3208467" cy="404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51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19169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NEUROCOGNI AI PREPROCESSING TOOLKIT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8900"/>
            <a:ext cx="9144000" cy="413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892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19169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NEUROCOGNI AI PREPROCESSING TOOLKIT</a:t>
            </a:r>
            <a:endParaRPr lang="en-US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3531"/>
            <a:ext cx="9144000" cy="425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041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19169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NEUROCOGNI AI PREPROCESSING TOOLKIT</a:t>
            </a:r>
            <a:endParaRPr lang="en-US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014"/>
            <a:ext cx="9144000" cy="414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0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19169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NEUROCOGNI AI MRI 3D VIEWER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446"/>
            <a:ext cx="9144000" cy="417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11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9328"/>
            <a:ext cx="9144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717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14784</TotalTime>
  <Words>110</Words>
  <Application>Microsoft Office PowerPoint</Application>
  <PresentationFormat>On-screen Show (16:9)</PresentationFormat>
  <Paragraphs>19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Roboto</vt:lpstr>
      <vt:lpstr>Arial</vt:lpstr>
      <vt:lpstr>Geometric</vt:lpstr>
      <vt:lpstr>DATA PRE-PROCESSING TECHNIQUES / PIPELINES FOR AI MODELS</vt:lpstr>
      <vt:lpstr>SOURCES OF NEURO IMAGING DATASETS </vt:lpstr>
      <vt:lpstr>NEURO IMAGING DATA PRE-PROCESSING TOOLS</vt:lpstr>
      <vt:lpstr>DATA PRE-PROCESSING  [PURE PYTHON APPROACH] </vt:lpstr>
      <vt:lpstr>NEURO IMAGING DATA PRE-PROCESSING LIBRARY [ Nipype ]</vt:lpstr>
      <vt:lpstr>NEURO IMAGING DATA PRE-PROCESSING LIBRARY [ Nipype ]</vt:lpstr>
      <vt:lpstr>NEURO IMAGING DATA PRE-PROCESSING LIBRARY [ Nipype ]</vt:lpstr>
      <vt:lpstr>NEURO IMAGING DATA PRE-PROCESSING LIBRARY [ Nipype ]</vt:lpstr>
      <vt:lpstr>NEURO IMAGING DATA PRE-PROCESSING STRUCTURE</vt:lpstr>
      <vt:lpstr>PowerPoint Presentation</vt:lpstr>
      <vt:lpstr>PowerPoint Presentation</vt:lpstr>
      <vt:lpstr>NEURO IMAGING DATA PRE-PROCESSING PIPELINES [ fMRIPrep ]</vt:lpstr>
      <vt:lpstr>NEURO IMAGING DATA PRE-PROCESSING PIPELINES [ Clinica ]</vt:lpstr>
      <vt:lpstr>NEUROCOGNI AI MODELS &amp; TOOLKIT</vt:lpstr>
      <vt:lpstr>NEUROCOGNI AI PREPROCESSING TOOLKIT</vt:lpstr>
      <vt:lpstr>NEUROCOGNI AI PREPROCESSING TOOLKIT</vt:lpstr>
      <vt:lpstr>NEUROCOGNI AI PREPROCESSING TOOLKIT</vt:lpstr>
      <vt:lpstr>NEUROCOGNI AI MRI 3D VIEWER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YEAR DIPLOMA IN ADVANCE WEB TECHNOLOGY</dc:title>
  <dc:creator>azam</dc:creator>
  <cp:lastModifiedBy>Azam</cp:lastModifiedBy>
  <cp:revision>205</cp:revision>
  <dcterms:modified xsi:type="dcterms:W3CDTF">2025-09-26T14:03:31Z</dcterms:modified>
</cp:coreProperties>
</file>