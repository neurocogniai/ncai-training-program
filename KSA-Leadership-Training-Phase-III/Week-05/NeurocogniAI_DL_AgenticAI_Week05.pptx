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478" r:id="rId3"/>
    <p:sldId id="479" r:id="rId4"/>
    <p:sldId id="480" r:id="rId5"/>
    <p:sldId id="483" r:id="rId6"/>
    <p:sldId id="482" r:id="rId7"/>
    <p:sldId id="481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7782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1645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835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740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735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0134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47666" y="2269104"/>
            <a:ext cx="6791550" cy="23028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ARTIFICIAL INTELLIGENCE</a:t>
            </a:r>
            <a:br>
              <a:rPr lang="en-US" sz="3280" b="1" dirty="0" smtClean="0"/>
            </a:br>
            <a:r>
              <a:rPr lang="en-US" sz="3600" b="1" dirty="0" smtClean="0"/>
              <a:t>IN</a:t>
            </a:r>
            <a:r>
              <a:rPr lang="en-US" sz="3280" b="1" dirty="0" smtClean="0"/>
              <a:t/>
            </a:r>
            <a:br>
              <a:rPr lang="en-US" sz="3280" b="1" dirty="0" smtClean="0"/>
            </a:br>
            <a:r>
              <a:rPr lang="en-US" sz="3280" b="1" dirty="0" smtClean="0"/>
              <a:t>DEEP LEARNING / GENERATIVE /</a:t>
            </a:r>
            <a:br>
              <a:rPr lang="en-US" sz="3280" b="1" dirty="0" smtClean="0"/>
            </a:br>
            <a:r>
              <a:rPr lang="en-US" sz="3280" b="1" dirty="0" smtClean="0"/>
              <a:t>AGENTIC 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7" y="1034929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AI SYSTEMS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ARCHITECTURE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935" y="762760"/>
            <a:ext cx="5029199" cy="43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4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ARCHITECTURE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991" y="1339940"/>
            <a:ext cx="8734797" cy="267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2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SzPts val="1800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https://www.glukhov.org/llm-hosting/ollama/ollama-cheatsheet/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INSTALLATION GUIDE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36" y="735227"/>
            <a:ext cx="8182686" cy="37636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711" y="4556746"/>
            <a:ext cx="6505450" cy="264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628" y="4555111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CHEAT SHEET: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10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CHEAT SHEET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211" y="811987"/>
            <a:ext cx="4635062" cy="41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6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CHEAT SHEET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flipV="1">
            <a:off x="2582829" y="1081355"/>
            <a:ext cx="10954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86" y="757549"/>
            <a:ext cx="4244078" cy="43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9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OLLAMA SERVER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ARCHITECTURE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17" y="930768"/>
            <a:ext cx="7210168" cy="405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3618</TotalTime>
  <Words>30</Words>
  <Application>Microsoft Office PowerPoint</Application>
  <PresentationFormat>On-screen Show (16:9)</PresentationFormat>
  <Paragraphs>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Roboto</vt:lpstr>
      <vt:lpstr>Raleway</vt:lpstr>
      <vt:lpstr>Geometric</vt:lpstr>
      <vt:lpstr>ARTIFICIAL INTELLIGENCE IN DEEP LEARNING / GENERATIVE / AGENTIC AI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255</cp:revision>
  <dcterms:modified xsi:type="dcterms:W3CDTF">2026-05-15T13:01:53Z</dcterms:modified>
</cp:coreProperties>
</file>