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Default Extension="fntdata" ContentType="application/x-fontdata"/>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9" r:id="rId1"/>
  </p:sldMasterIdLst>
  <p:notesMasterIdLst>
    <p:notesMasterId r:id="rId17"/>
  </p:notesMasterIdLst>
  <p:sldIdLst>
    <p:sldId id="256" r:id="rId2"/>
    <p:sldId id="436" r:id="rId3"/>
    <p:sldId id="444" r:id="rId4"/>
    <p:sldId id="437" r:id="rId5"/>
    <p:sldId id="442" r:id="rId6"/>
    <p:sldId id="443" r:id="rId7"/>
    <p:sldId id="438" r:id="rId8"/>
    <p:sldId id="432" r:id="rId9"/>
    <p:sldId id="431" r:id="rId10"/>
    <p:sldId id="408" r:id="rId11"/>
    <p:sldId id="433" r:id="rId12"/>
    <p:sldId id="434" r:id="rId13"/>
    <p:sldId id="435" r:id="rId14"/>
    <p:sldId id="409" r:id="rId15"/>
    <p:sldId id="439" r:id="rId16"/>
  </p:sldIdLst>
  <p:sldSz cx="9144000" cy="5143500" type="screen16x9"/>
  <p:notesSz cx="6858000" cy="9144000"/>
  <p:embeddedFontLst>
    <p:embeddedFont>
      <p:font typeface="Roboto" panose="020B0604020202020204" charset="0"/>
      <p:regular r:id="rId18"/>
      <p:bold r:id="rId19"/>
      <p:italic r:id="rId20"/>
      <p:boldItalic r:id="rId21"/>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91" d="100"/>
          <a:sy n="91" d="100"/>
        </p:scale>
        <p:origin x="768" y="84"/>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1.fntdata"/><Relationship Id="rId3" Type="http://schemas.openxmlformats.org/officeDocument/2006/relationships/slide" Target="slides/slide2.xml"/><Relationship Id="rId21" Type="http://schemas.openxmlformats.org/officeDocument/2006/relationships/font" Target="fonts/font4.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3.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font" Target="fonts/font2.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extLst>
      <p:ext uri="{BB962C8B-B14F-4D97-AF65-F5344CB8AC3E}">
        <p14:creationId xmlns:p14="http://schemas.microsoft.com/office/powerpoint/2010/main" val="2643333213"/>
      </p:ext>
    </p:extLst>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
        <p:cNvGrpSpPr/>
        <p:nvPr/>
      </p:nvGrpSpPr>
      <p:grpSpPr>
        <a:xfrm>
          <a:off x="0" y="0"/>
          <a:ext cx="0" cy="0"/>
          <a:chOff x="0" y="0"/>
          <a:chExt cx="0" cy="0"/>
        </a:xfrm>
      </p:grpSpPr>
      <p:sp>
        <p:nvSpPr>
          <p:cNvPr id="82" name="Google Shape;82;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3" name="Google Shape;83;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
        <p:cNvGrpSpPr/>
        <p:nvPr/>
      </p:nvGrpSpPr>
      <p:grpSpPr>
        <a:xfrm>
          <a:off x="0" y="0"/>
          <a:ext cx="0" cy="0"/>
          <a:chOff x="0" y="0"/>
          <a:chExt cx="0" cy="0"/>
        </a:xfrm>
      </p:grpSpPr>
      <p:sp>
        <p:nvSpPr>
          <p:cNvPr id="100" name="Google Shape;100;g2ddc889944f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1" name="Google Shape;101;g2ddc889944f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
        <p:cNvGrpSpPr/>
        <p:nvPr/>
      </p:nvGrpSpPr>
      <p:grpSpPr>
        <a:xfrm>
          <a:off x="0" y="0"/>
          <a:ext cx="0" cy="0"/>
          <a:chOff x="0" y="0"/>
          <a:chExt cx="0" cy="0"/>
        </a:xfrm>
      </p:grpSpPr>
      <p:sp>
        <p:nvSpPr>
          <p:cNvPr id="100" name="Google Shape;100;g2ddc889944f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1" name="Google Shape;101;g2ddc889944f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65551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
        <p:cNvGrpSpPr/>
        <p:nvPr/>
      </p:nvGrpSpPr>
      <p:grpSpPr>
        <a:xfrm>
          <a:off x="0" y="0"/>
          <a:ext cx="0" cy="0"/>
          <a:chOff x="0" y="0"/>
          <a:chExt cx="0" cy="0"/>
        </a:xfrm>
      </p:grpSpPr>
      <p:sp>
        <p:nvSpPr>
          <p:cNvPr id="100" name="Google Shape;100;g2ddc889944f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1" name="Google Shape;101;g2ddc889944f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
        <p:cNvGrpSpPr/>
        <p:nvPr/>
      </p:nvGrpSpPr>
      <p:grpSpPr>
        <a:xfrm>
          <a:off x="0" y="0"/>
          <a:ext cx="0" cy="0"/>
          <a:chOff x="0" y="0"/>
          <a:chExt cx="0" cy="0"/>
        </a:xfrm>
      </p:grpSpPr>
      <p:sp>
        <p:nvSpPr>
          <p:cNvPr id="100" name="Google Shape;100;g2ddc889944f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1" name="Google Shape;101;g2ddc889944f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1297241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
        <p:cNvGrpSpPr/>
        <p:nvPr/>
      </p:nvGrpSpPr>
      <p:grpSpPr>
        <a:xfrm>
          <a:off x="0" y="0"/>
          <a:ext cx="0" cy="0"/>
          <a:chOff x="0" y="0"/>
          <a:chExt cx="0" cy="0"/>
        </a:xfrm>
      </p:grpSpPr>
      <p:sp>
        <p:nvSpPr>
          <p:cNvPr id="100" name="Google Shape;100;g2ddc889944f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1" name="Google Shape;101;g2ddc889944f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81325317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
        <p:cNvGrpSpPr/>
        <p:nvPr/>
      </p:nvGrpSpPr>
      <p:grpSpPr>
        <a:xfrm>
          <a:off x="0" y="0"/>
          <a:ext cx="0" cy="0"/>
          <a:chOff x="0" y="0"/>
          <a:chExt cx="0" cy="0"/>
        </a:xfrm>
      </p:grpSpPr>
      <p:sp>
        <p:nvSpPr>
          <p:cNvPr id="100" name="Google Shape;100;g2ddc889944f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1" name="Google Shape;101;g2ddc889944f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
        <p:cNvGrpSpPr/>
        <p:nvPr/>
      </p:nvGrpSpPr>
      <p:grpSpPr>
        <a:xfrm>
          <a:off x="0" y="0"/>
          <a:ext cx="0" cy="0"/>
          <a:chOff x="0" y="0"/>
          <a:chExt cx="0" cy="0"/>
        </a:xfrm>
      </p:grpSpPr>
      <p:sp>
        <p:nvSpPr>
          <p:cNvPr id="100" name="Google Shape;100;g2ddc889944f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1" name="Google Shape;101;g2ddc889944f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
        <p:cNvGrpSpPr/>
        <p:nvPr/>
      </p:nvGrpSpPr>
      <p:grpSpPr>
        <a:xfrm>
          <a:off x="0" y="0"/>
          <a:ext cx="0" cy="0"/>
          <a:chOff x="0" y="0"/>
          <a:chExt cx="0" cy="0"/>
        </a:xfrm>
      </p:grpSpPr>
      <p:sp>
        <p:nvSpPr>
          <p:cNvPr id="100" name="Google Shape;100;g2ddc889944f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1" name="Google Shape;101;g2ddc889944f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
        <p:cNvGrpSpPr/>
        <p:nvPr/>
      </p:nvGrpSpPr>
      <p:grpSpPr>
        <a:xfrm>
          <a:off x="0" y="0"/>
          <a:ext cx="0" cy="0"/>
          <a:chOff x="0" y="0"/>
          <a:chExt cx="0" cy="0"/>
        </a:xfrm>
      </p:grpSpPr>
      <p:sp>
        <p:nvSpPr>
          <p:cNvPr id="100" name="Google Shape;100;g2ddc889944f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1" name="Google Shape;101;g2ddc889944f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bg>
      <p:bgPr>
        <a:solidFill>
          <a:schemeClr val="dk1"/>
        </a:solidFill>
        <a:effectLst/>
      </p:bgPr>
    </p:bg>
    <p:spTree>
      <p:nvGrpSpPr>
        <p:cNvPr id="1" name="Shape 9"/>
        <p:cNvGrpSpPr/>
        <p:nvPr/>
      </p:nvGrpSpPr>
      <p:grpSpPr>
        <a:xfrm>
          <a:off x="0" y="0"/>
          <a:ext cx="0" cy="0"/>
          <a:chOff x="0" y="0"/>
          <a:chExt cx="0" cy="0"/>
        </a:xfrm>
      </p:grpSpPr>
      <p:grpSp>
        <p:nvGrpSpPr>
          <p:cNvPr id="10" name="Google Shape;10;p2"/>
          <p:cNvGrpSpPr/>
          <p:nvPr/>
        </p:nvGrpSpPr>
        <p:grpSpPr>
          <a:xfrm>
            <a:off x="6098378" y="5"/>
            <a:ext cx="3045625" cy="2030570"/>
            <a:chOff x="6098378" y="5"/>
            <a:chExt cx="3045625" cy="2030570"/>
          </a:xfrm>
        </p:grpSpPr>
        <p:sp>
          <p:nvSpPr>
            <p:cNvPr id="11" name="Google Shape;11;p2"/>
            <p:cNvSpPr/>
            <p:nvPr/>
          </p:nvSpPr>
          <p:spPr>
            <a:xfrm>
              <a:off x="8128803" y="16"/>
              <a:ext cx="1015200" cy="10152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Google Shape;12;p2"/>
            <p:cNvSpPr/>
            <p:nvPr/>
          </p:nvSpPr>
          <p:spPr>
            <a:xfrm flipH="1">
              <a:off x="7113463" y="5"/>
              <a:ext cx="1015200" cy="1015200"/>
            </a:xfrm>
            <a:prstGeom prst="rtTriangl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Google Shape;13;p2"/>
            <p:cNvSpPr/>
            <p:nvPr/>
          </p:nvSpPr>
          <p:spPr>
            <a:xfrm rot="10800000" flipH="1">
              <a:off x="7113588" y="107"/>
              <a:ext cx="1015200" cy="1015200"/>
            </a:xfrm>
            <a:prstGeom prst="rtTriangle">
              <a:avLst/>
            </a:pr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 name="Google Shape;14;p2"/>
            <p:cNvSpPr/>
            <p:nvPr/>
          </p:nvSpPr>
          <p:spPr>
            <a:xfrm rot="10800000">
              <a:off x="6098378" y="97"/>
              <a:ext cx="1015200" cy="1015200"/>
            </a:xfrm>
            <a:prstGeom prst="rtTriangle">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Google Shape;15;p2"/>
            <p:cNvSpPr/>
            <p:nvPr/>
          </p:nvSpPr>
          <p:spPr>
            <a:xfrm rot="10800000">
              <a:off x="8128789" y="1015375"/>
              <a:ext cx="1015200" cy="1015200"/>
            </a:xfrm>
            <a:prstGeom prst="rtTriangle">
              <a:avLst/>
            </a:pr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 name="Google Shape;16;p2"/>
          <p:cNvSpPr txBox="1">
            <a:spLocks noGrp="1"/>
          </p:cNvSpPr>
          <p:nvPr>
            <p:ph type="ctrTitle"/>
          </p:nvPr>
        </p:nvSpPr>
        <p:spPr>
          <a:xfrm>
            <a:off x="598100" y="1775222"/>
            <a:ext cx="8222100" cy="838800"/>
          </a:xfrm>
          <a:prstGeom prst="rect">
            <a:avLst/>
          </a:prstGeom>
        </p:spPr>
        <p:txBody>
          <a:bodyPr spcFirstLastPara="1" wrap="square" lIns="91425" tIns="91425" rIns="91425" bIns="91425" anchor="b" anchorCtr="0">
            <a:normAutofit/>
          </a:bodyPr>
          <a:lstStyle>
            <a:lvl1pPr lvl="0">
              <a:spcBef>
                <a:spcPts val="0"/>
              </a:spcBef>
              <a:spcAft>
                <a:spcPts val="0"/>
              </a:spcAft>
              <a:buClr>
                <a:schemeClr val="lt1"/>
              </a:buClr>
              <a:buSzPts val="4200"/>
              <a:buNone/>
              <a:defRPr sz="4200">
                <a:solidFill>
                  <a:schemeClr val="lt1"/>
                </a:solidFill>
              </a:defRPr>
            </a:lvl1pPr>
            <a:lvl2pPr lvl="1">
              <a:spcBef>
                <a:spcPts val="0"/>
              </a:spcBef>
              <a:spcAft>
                <a:spcPts val="0"/>
              </a:spcAft>
              <a:buClr>
                <a:schemeClr val="lt1"/>
              </a:buClr>
              <a:buSzPts val="4200"/>
              <a:buNone/>
              <a:defRPr sz="4200">
                <a:solidFill>
                  <a:schemeClr val="lt1"/>
                </a:solidFill>
              </a:defRPr>
            </a:lvl2pPr>
            <a:lvl3pPr lvl="2">
              <a:spcBef>
                <a:spcPts val="0"/>
              </a:spcBef>
              <a:spcAft>
                <a:spcPts val="0"/>
              </a:spcAft>
              <a:buClr>
                <a:schemeClr val="lt1"/>
              </a:buClr>
              <a:buSzPts val="4200"/>
              <a:buNone/>
              <a:defRPr sz="4200">
                <a:solidFill>
                  <a:schemeClr val="lt1"/>
                </a:solidFill>
              </a:defRPr>
            </a:lvl3pPr>
            <a:lvl4pPr lvl="3">
              <a:spcBef>
                <a:spcPts val="0"/>
              </a:spcBef>
              <a:spcAft>
                <a:spcPts val="0"/>
              </a:spcAft>
              <a:buClr>
                <a:schemeClr val="lt1"/>
              </a:buClr>
              <a:buSzPts val="4200"/>
              <a:buNone/>
              <a:defRPr sz="4200">
                <a:solidFill>
                  <a:schemeClr val="lt1"/>
                </a:solidFill>
              </a:defRPr>
            </a:lvl4pPr>
            <a:lvl5pPr lvl="4">
              <a:spcBef>
                <a:spcPts val="0"/>
              </a:spcBef>
              <a:spcAft>
                <a:spcPts val="0"/>
              </a:spcAft>
              <a:buClr>
                <a:schemeClr val="lt1"/>
              </a:buClr>
              <a:buSzPts val="4200"/>
              <a:buNone/>
              <a:defRPr sz="4200">
                <a:solidFill>
                  <a:schemeClr val="lt1"/>
                </a:solidFill>
              </a:defRPr>
            </a:lvl5pPr>
            <a:lvl6pPr lvl="5">
              <a:spcBef>
                <a:spcPts val="0"/>
              </a:spcBef>
              <a:spcAft>
                <a:spcPts val="0"/>
              </a:spcAft>
              <a:buClr>
                <a:schemeClr val="lt1"/>
              </a:buClr>
              <a:buSzPts val="4200"/>
              <a:buNone/>
              <a:defRPr sz="4200">
                <a:solidFill>
                  <a:schemeClr val="lt1"/>
                </a:solidFill>
              </a:defRPr>
            </a:lvl6pPr>
            <a:lvl7pPr lvl="6">
              <a:spcBef>
                <a:spcPts val="0"/>
              </a:spcBef>
              <a:spcAft>
                <a:spcPts val="0"/>
              </a:spcAft>
              <a:buClr>
                <a:schemeClr val="lt1"/>
              </a:buClr>
              <a:buSzPts val="4200"/>
              <a:buNone/>
              <a:defRPr sz="4200">
                <a:solidFill>
                  <a:schemeClr val="lt1"/>
                </a:solidFill>
              </a:defRPr>
            </a:lvl7pPr>
            <a:lvl8pPr lvl="7">
              <a:spcBef>
                <a:spcPts val="0"/>
              </a:spcBef>
              <a:spcAft>
                <a:spcPts val="0"/>
              </a:spcAft>
              <a:buClr>
                <a:schemeClr val="lt1"/>
              </a:buClr>
              <a:buSzPts val="4200"/>
              <a:buNone/>
              <a:defRPr sz="4200">
                <a:solidFill>
                  <a:schemeClr val="lt1"/>
                </a:solidFill>
              </a:defRPr>
            </a:lvl8pPr>
            <a:lvl9pPr lvl="8">
              <a:spcBef>
                <a:spcPts val="0"/>
              </a:spcBef>
              <a:spcAft>
                <a:spcPts val="0"/>
              </a:spcAft>
              <a:buClr>
                <a:schemeClr val="lt1"/>
              </a:buClr>
              <a:buSzPts val="4200"/>
              <a:buNone/>
              <a:defRPr sz="4200">
                <a:solidFill>
                  <a:schemeClr val="lt1"/>
                </a:solidFill>
              </a:defRPr>
            </a:lvl9pPr>
          </a:lstStyle>
          <a:p>
            <a:endParaRPr/>
          </a:p>
        </p:txBody>
      </p:sp>
      <p:sp>
        <p:nvSpPr>
          <p:cNvPr id="17" name="Google Shape;17;p2"/>
          <p:cNvSpPr txBox="1">
            <a:spLocks noGrp="1"/>
          </p:cNvSpPr>
          <p:nvPr>
            <p:ph type="subTitle" idx="1"/>
          </p:nvPr>
        </p:nvSpPr>
        <p:spPr>
          <a:xfrm>
            <a:off x="598088" y="2715913"/>
            <a:ext cx="8222100" cy="432900"/>
          </a:xfrm>
          <a:prstGeom prst="rect">
            <a:avLst/>
          </a:prstGeom>
        </p:spPr>
        <p:txBody>
          <a:bodyPr spcFirstLastPara="1" wrap="square" lIns="91425" tIns="91425" rIns="91425" bIns="91425" anchor="t" anchorCtr="0">
            <a:normAutofit/>
          </a:bodyPr>
          <a:lstStyle>
            <a:lvl1pPr lvl="0">
              <a:lnSpc>
                <a:spcPct val="100000"/>
              </a:lnSpc>
              <a:spcBef>
                <a:spcPts val="0"/>
              </a:spcBef>
              <a:spcAft>
                <a:spcPts val="0"/>
              </a:spcAft>
              <a:buClr>
                <a:schemeClr val="lt1"/>
              </a:buClr>
              <a:buSzPts val="2100"/>
              <a:buNone/>
              <a:defRPr sz="2100">
                <a:solidFill>
                  <a:schemeClr val="lt1"/>
                </a:solidFill>
              </a:defRPr>
            </a:lvl1pPr>
            <a:lvl2pPr lvl="1">
              <a:lnSpc>
                <a:spcPct val="100000"/>
              </a:lnSpc>
              <a:spcBef>
                <a:spcPts val="0"/>
              </a:spcBef>
              <a:spcAft>
                <a:spcPts val="0"/>
              </a:spcAft>
              <a:buClr>
                <a:schemeClr val="lt1"/>
              </a:buClr>
              <a:buSzPts val="2100"/>
              <a:buNone/>
              <a:defRPr sz="2100">
                <a:solidFill>
                  <a:schemeClr val="lt1"/>
                </a:solidFill>
              </a:defRPr>
            </a:lvl2pPr>
            <a:lvl3pPr lvl="2">
              <a:lnSpc>
                <a:spcPct val="100000"/>
              </a:lnSpc>
              <a:spcBef>
                <a:spcPts val="0"/>
              </a:spcBef>
              <a:spcAft>
                <a:spcPts val="0"/>
              </a:spcAft>
              <a:buClr>
                <a:schemeClr val="lt1"/>
              </a:buClr>
              <a:buSzPts val="2100"/>
              <a:buNone/>
              <a:defRPr sz="2100">
                <a:solidFill>
                  <a:schemeClr val="lt1"/>
                </a:solidFill>
              </a:defRPr>
            </a:lvl3pPr>
            <a:lvl4pPr lvl="3">
              <a:lnSpc>
                <a:spcPct val="100000"/>
              </a:lnSpc>
              <a:spcBef>
                <a:spcPts val="0"/>
              </a:spcBef>
              <a:spcAft>
                <a:spcPts val="0"/>
              </a:spcAft>
              <a:buClr>
                <a:schemeClr val="lt1"/>
              </a:buClr>
              <a:buSzPts val="2100"/>
              <a:buNone/>
              <a:defRPr sz="2100">
                <a:solidFill>
                  <a:schemeClr val="lt1"/>
                </a:solidFill>
              </a:defRPr>
            </a:lvl4pPr>
            <a:lvl5pPr lvl="4">
              <a:lnSpc>
                <a:spcPct val="100000"/>
              </a:lnSpc>
              <a:spcBef>
                <a:spcPts val="0"/>
              </a:spcBef>
              <a:spcAft>
                <a:spcPts val="0"/>
              </a:spcAft>
              <a:buClr>
                <a:schemeClr val="lt1"/>
              </a:buClr>
              <a:buSzPts val="2100"/>
              <a:buNone/>
              <a:defRPr sz="2100">
                <a:solidFill>
                  <a:schemeClr val="lt1"/>
                </a:solidFill>
              </a:defRPr>
            </a:lvl5pPr>
            <a:lvl6pPr lvl="5">
              <a:lnSpc>
                <a:spcPct val="100000"/>
              </a:lnSpc>
              <a:spcBef>
                <a:spcPts val="0"/>
              </a:spcBef>
              <a:spcAft>
                <a:spcPts val="0"/>
              </a:spcAft>
              <a:buClr>
                <a:schemeClr val="lt1"/>
              </a:buClr>
              <a:buSzPts val="2100"/>
              <a:buNone/>
              <a:defRPr sz="2100">
                <a:solidFill>
                  <a:schemeClr val="lt1"/>
                </a:solidFill>
              </a:defRPr>
            </a:lvl6pPr>
            <a:lvl7pPr lvl="6">
              <a:lnSpc>
                <a:spcPct val="100000"/>
              </a:lnSpc>
              <a:spcBef>
                <a:spcPts val="0"/>
              </a:spcBef>
              <a:spcAft>
                <a:spcPts val="0"/>
              </a:spcAft>
              <a:buClr>
                <a:schemeClr val="lt1"/>
              </a:buClr>
              <a:buSzPts val="2100"/>
              <a:buNone/>
              <a:defRPr sz="2100">
                <a:solidFill>
                  <a:schemeClr val="lt1"/>
                </a:solidFill>
              </a:defRPr>
            </a:lvl7pPr>
            <a:lvl8pPr lvl="7">
              <a:lnSpc>
                <a:spcPct val="100000"/>
              </a:lnSpc>
              <a:spcBef>
                <a:spcPts val="0"/>
              </a:spcBef>
              <a:spcAft>
                <a:spcPts val="0"/>
              </a:spcAft>
              <a:buClr>
                <a:schemeClr val="lt1"/>
              </a:buClr>
              <a:buSzPts val="2100"/>
              <a:buNone/>
              <a:defRPr sz="2100">
                <a:solidFill>
                  <a:schemeClr val="lt1"/>
                </a:solidFill>
              </a:defRPr>
            </a:lvl8pPr>
            <a:lvl9pPr lvl="8">
              <a:lnSpc>
                <a:spcPct val="100000"/>
              </a:lnSpc>
              <a:spcBef>
                <a:spcPts val="0"/>
              </a:spcBef>
              <a:spcAft>
                <a:spcPts val="0"/>
              </a:spcAft>
              <a:buClr>
                <a:schemeClr val="lt1"/>
              </a:buClr>
              <a:buSzPts val="2100"/>
              <a:buNone/>
              <a:defRPr sz="2100">
                <a:solidFill>
                  <a:schemeClr val="lt1"/>
                </a:solidFill>
              </a:defRPr>
            </a:lvl9pPr>
          </a:lstStyle>
          <a:p>
            <a:endParaRPr/>
          </a:p>
        </p:txBody>
      </p:sp>
      <p:sp>
        <p:nvSpPr>
          <p:cNvPr id="18" name="Google Shape;18;p2"/>
          <p:cNvSpPr txBox="1">
            <a:spLocks noGrp="1"/>
          </p:cNvSpPr>
          <p:nvPr>
            <p:ph type="sldNum" idx="12"/>
          </p:nvPr>
        </p:nvSpPr>
        <p:spPr>
          <a:xfrm>
            <a:off x="8460431" y="4651190"/>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bg>
      <p:bgPr>
        <a:solidFill>
          <a:schemeClr val="dk1"/>
        </a:solidFill>
        <a:effectLst/>
      </p:bgPr>
    </p:bg>
    <p:spTree>
      <p:nvGrpSpPr>
        <p:cNvPr id="1" name="Shape 19"/>
        <p:cNvGrpSpPr/>
        <p:nvPr/>
      </p:nvGrpSpPr>
      <p:grpSpPr>
        <a:xfrm>
          <a:off x="0" y="0"/>
          <a:ext cx="0" cy="0"/>
          <a:chOff x="0" y="0"/>
          <a:chExt cx="0" cy="0"/>
        </a:xfrm>
      </p:grpSpPr>
      <p:grpSp>
        <p:nvGrpSpPr>
          <p:cNvPr id="20" name="Google Shape;20;p3"/>
          <p:cNvGrpSpPr/>
          <p:nvPr/>
        </p:nvGrpSpPr>
        <p:grpSpPr>
          <a:xfrm>
            <a:off x="6098378" y="5"/>
            <a:ext cx="3045625" cy="2030570"/>
            <a:chOff x="6098378" y="5"/>
            <a:chExt cx="3045625" cy="2030570"/>
          </a:xfrm>
        </p:grpSpPr>
        <p:sp>
          <p:nvSpPr>
            <p:cNvPr id="21" name="Google Shape;21;p3"/>
            <p:cNvSpPr/>
            <p:nvPr/>
          </p:nvSpPr>
          <p:spPr>
            <a:xfrm>
              <a:off x="8128803" y="16"/>
              <a:ext cx="1015200" cy="10152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 name="Google Shape;22;p3"/>
            <p:cNvSpPr/>
            <p:nvPr/>
          </p:nvSpPr>
          <p:spPr>
            <a:xfrm flipH="1">
              <a:off x="7113463" y="5"/>
              <a:ext cx="1015200" cy="1015200"/>
            </a:xfrm>
            <a:prstGeom prst="rtTriangl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Google Shape;23;p3"/>
            <p:cNvSpPr/>
            <p:nvPr/>
          </p:nvSpPr>
          <p:spPr>
            <a:xfrm rot="10800000" flipH="1">
              <a:off x="7113588" y="107"/>
              <a:ext cx="1015200" cy="1015200"/>
            </a:xfrm>
            <a:prstGeom prst="rtTriangle">
              <a:avLst/>
            </a:pr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Google Shape;24;p3"/>
            <p:cNvSpPr/>
            <p:nvPr/>
          </p:nvSpPr>
          <p:spPr>
            <a:xfrm rot="10800000">
              <a:off x="6098378" y="97"/>
              <a:ext cx="1015200" cy="1015200"/>
            </a:xfrm>
            <a:prstGeom prst="rtTriangle">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 name="Google Shape;25;p3"/>
            <p:cNvSpPr/>
            <p:nvPr/>
          </p:nvSpPr>
          <p:spPr>
            <a:xfrm rot="10800000">
              <a:off x="8128789" y="1015375"/>
              <a:ext cx="1015200" cy="1015200"/>
            </a:xfrm>
            <a:prstGeom prst="rtTriangle">
              <a:avLst/>
            </a:pr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6" name="Google Shape;26;p3"/>
          <p:cNvSpPr txBox="1">
            <a:spLocks noGrp="1"/>
          </p:cNvSpPr>
          <p:nvPr>
            <p:ph type="title"/>
          </p:nvPr>
        </p:nvSpPr>
        <p:spPr>
          <a:xfrm>
            <a:off x="598100" y="2152347"/>
            <a:ext cx="8222100" cy="838800"/>
          </a:xfrm>
          <a:prstGeom prst="rect">
            <a:avLst/>
          </a:prstGeom>
        </p:spPr>
        <p:txBody>
          <a:bodyPr spcFirstLastPara="1" wrap="square" lIns="91425" tIns="91425" rIns="91425" bIns="91425" anchor="ctr" anchorCtr="0">
            <a:normAutofit/>
          </a:bodyPr>
          <a:lstStyle>
            <a:lvl1pPr lvl="0">
              <a:spcBef>
                <a:spcPts val="0"/>
              </a:spcBef>
              <a:spcAft>
                <a:spcPts val="0"/>
              </a:spcAft>
              <a:buClr>
                <a:schemeClr val="lt1"/>
              </a:buClr>
              <a:buSzPts val="4200"/>
              <a:buNone/>
              <a:defRPr sz="4200">
                <a:solidFill>
                  <a:schemeClr val="lt1"/>
                </a:solidFill>
              </a:defRPr>
            </a:lvl1pPr>
            <a:lvl2pPr lvl="1">
              <a:spcBef>
                <a:spcPts val="0"/>
              </a:spcBef>
              <a:spcAft>
                <a:spcPts val="0"/>
              </a:spcAft>
              <a:buClr>
                <a:schemeClr val="lt1"/>
              </a:buClr>
              <a:buSzPts val="4200"/>
              <a:buNone/>
              <a:defRPr sz="4200">
                <a:solidFill>
                  <a:schemeClr val="lt1"/>
                </a:solidFill>
              </a:defRPr>
            </a:lvl2pPr>
            <a:lvl3pPr lvl="2">
              <a:spcBef>
                <a:spcPts val="0"/>
              </a:spcBef>
              <a:spcAft>
                <a:spcPts val="0"/>
              </a:spcAft>
              <a:buClr>
                <a:schemeClr val="lt1"/>
              </a:buClr>
              <a:buSzPts val="4200"/>
              <a:buNone/>
              <a:defRPr sz="4200">
                <a:solidFill>
                  <a:schemeClr val="lt1"/>
                </a:solidFill>
              </a:defRPr>
            </a:lvl3pPr>
            <a:lvl4pPr lvl="3">
              <a:spcBef>
                <a:spcPts val="0"/>
              </a:spcBef>
              <a:spcAft>
                <a:spcPts val="0"/>
              </a:spcAft>
              <a:buClr>
                <a:schemeClr val="lt1"/>
              </a:buClr>
              <a:buSzPts val="4200"/>
              <a:buNone/>
              <a:defRPr sz="4200">
                <a:solidFill>
                  <a:schemeClr val="lt1"/>
                </a:solidFill>
              </a:defRPr>
            </a:lvl4pPr>
            <a:lvl5pPr lvl="4">
              <a:spcBef>
                <a:spcPts val="0"/>
              </a:spcBef>
              <a:spcAft>
                <a:spcPts val="0"/>
              </a:spcAft>
              <a:buClr>
                <a:schemeClr val="lt1"/>
              </a:buClr>
              <a:buSzPts val="4200"/>
              <a:buNone/>
              <a:defRPr sz="4200">
                <a:solidFill>
                  <a:schemeClr val="lt1"/>
                </a:solidFill>
              </a:defRPr>
            </a:lvl5pPr>
            <a:lvl6pPr lvl="5">
              <a:spcBef>
                <a:spcPts val="0"/>
              </a:spcBef>
              <a:spcAft>
                <a:spcPts val="0"/>
              </a:spcAft>
              <a:buClr>
                <a:schemeClr val="lt1"/>
              </a:buClr>
              <a:buSzPts val="4200"/>
              <a:buNone/>
              <a:defRPr sz="4200">
                <a:solidFill>
                  <a:schemeClr val="lt1"/>
                </a:solidFill>
              </a:defRPr>
            </a:lvl6pPr>
            <a:lvl7pPr lvl="6">
              <a:spcBef>
                <a:spcPts val="0"/>
              </a:spcBef>
              <a:spcAft>
                <a:spcPts val="0"/>
              </a:spcAft>
              <a:buClr>
                <a:schemeClr val="lt1"/>
              </a:buClr>
              <a:buSzPts val="4200"/>
              <a:buNone/>
              <a:defRPr sz="4200">
                <a:solidFill>
                  <a:schemeClr val="lt1"/>
                </a:solidFill>
              </a:defRPr>
            </a:lvl7pPr>
            <a:lvl8pPr lvl="7">
              <a:spcBef>
                <a:spcPts val="0"/>
              </a:spcBef>
              <a:spcAft>
                <a:spcPts val="0"/>
              </a:spcAft>
              <a:buClr>
                <a:schemeClr val="lt1"/>
              </a:buClr>
              <a:buSzPts val="4200"/>
              <a:buNone/>
              <a:defRPr sz="4200">
                <a:solidFill>
                  <a:schemeClr val="lt1"/>
                </a:solidFill>
              </a:defRPr>
            </a:lvl8pPr>
            <a:lvl9pPr lvl="8">
              <a:spcBef>
                <a:spcPts val="0"/>
              </a:spcBef>
              <a:spcAft>
                <a:spcPts val="0"/>
              </a:spcAft>
              <a:buClr>
                <a:schemeClr val="lt1"/>
              </a:buClr>
              <a:buSzPts val="4200"/>
              <a:buNone/>
              <a:defRPr sz="4200">
                <a:solidFill>
                  <a:schemeClr val="lt1"/>
                </a:solidFill>
              </a:defRPr>
            </a:lvl9pPr>
          </a:lstStyle>
          <a:p>
            <a:endParaRPr/>
          </a:p>
        </p:txBody>
      </p:sp>
      <p:sp>
        <p:nvSpPr>
          <p:cNvPr id="27" name="Google Shape;27;p3"/>
          <p:cNvSpPr txBox="1">
            <a:spLocks noGrp="1"/>
          </p:cNvSpPr>
          <p:nvPr>
            <p:ph type="sldNum" idx="12"/>
          </p:nvPr>
        </p:nvSpPr>
        <p:spPr>
          <a:xfrm>
            <a:off x="8460431" y="4651190"/>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28"/>
        <p:cNvGrpSpPr/>
        <p:nvPr/>
      </p:nvGrpSpPr>
      <p:grpSpPr>
        <a:xfrm>
          <a:off x="0" y="0"/>
          <a:ext cx="0" cy="0"/>
          <a:chOff x="0" y="0"/>
          <a:chExt cx="0" cy="0"/>
        </a:xfrm>
      </p:grpSpPr>
      <p:grpSp>
        <p:nvGrpSpPr>
          <p:cNvPr id="29" name="Google Shape;29;p4"/>
          <p:cNvGrpSpPr/>
          <p:nvPr/>
        </p:nvGrpSpPr>
        <p:grpSpPr>
          <a:xfrm>
            <a:off x="0" y="3903669"/>
            <a:ext cx="9144000" cy="1239925"/>
            <a:chOff x="0" y="3903669"/>
            <a:chExt cx="9144000" cy="1239925"/>
          </a:xfrm>
        </p:grpSpPr>
        <p:sp>
          <p:nvSpPr>
            <p:cNvPr id="30" name="Google Shape;30;p4"/>
            <p:cNvSpPr/>
            <p:nvPr/>
          </p:nvSpPr>
          <p:spPr>
            <a:xfrm>
              <a:off x="8154895" y="3903669"/>
              <a:ext cx="989100" cy="987900"/>
            </a:xfrm>
            <a:prstGeom prst="rtTriangle">
              <a:avLst/>
            </a:pr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 name="Google Shape;31;p4"/>
            <p:cNvSpPr/>
            <p:nvPr/>
          </p:nvSpPr>
          <p:spPr>
            <a:xfrm flipH="1">
              <a:off x="6181163" y="3903669"/>
              <a:ext cx="989100" cy="987900"/>
            </a:xfrm>
            <a:prstGeom prst="rtTriangle">
              <a:avLst/>
            </a:pr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 name="Google Shape;32;p4"/>
            <p:cNvSpPr/>
            <p:nvPr/>
          </p:nvSpPr>
          <p:spPr>
            <a:xfrm>
              <a:off x="7170274" y="3903669"/>
              <a:ext cx="989100" cy="987900"/>
            </a:xfrm>
            <a:prstGeom prst="rect">
              <a:avLst/>
            </a:pr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 name="Google Shape;33;p4"/>
            <p:cNvSpPr/>
            <p:nvPr/>
          </p:nvSpPr>
          <p:spPr>
            <a:xfrm rot="10800000">
              <a:off x="8154757" y="3903682"/>
              <a:ext cx="989100" cy="987900"/>
            </a:xfrm>
            <a:prstGeom prst="rtTriangle">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 name="Google Shape;34;p4"/>
            <p:cNvSpPr/>
            <p:nvPr/>
          </p:nvSpPr>
          <p:spPr>
            <a:xfrm>
              <a:off x="0" y="4891594"/>
              <a:ext cx="9144000" cy="2520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5" name="Google Shape;35;p4"/>
          <p:cNvSpPr txBox="1">
            <a:spLocks noGrp="1"/>
          </p:cNvSpPr>
          <p:nvPr>
            <p:ph type="title"/>
          </p:nvPr>
        </p:nvSpPr>
        <p:spPr>
          <a:xfrm>
            <a:off x="311700" y="410000"/>
            <a:ext cx="8520600" cy="607800"/>
          </a:xfrm>
          <a:prstGeom prst="rect">
            <a:avLst/>
          </a:prstGeom>
        </p:spPr>
        <p:txBody>
          <a:bodyPr spcFirstLastPara="1" wrap="square" lIns="91425" tIns="91425" rIns="91425" bIns="91425" anchor="t" anchorCtr="0">
            <a:norm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a:endParaRPr/>
          </a:p>
        </p:txBody>
      </p:sp>
      <p:sp>
        <p:nvSpPr>
          <p:cNvPr id="36" name="Google Shape;36;p4"/>
          <p:cNvSpPr txBox="1">
            <a:spLocks noGrp="1"/>
          </p:cNvSpPr>
          <p:nvPr>
            <p:ph type="body" idx="1"/>
          </p:nvPr>
        </p:nvSpPr>
        <p:spPr>
          <a:xfrm>
            <a:off x="311700" y="1229875"/>
            <a:ext cx="8520600" cy="33390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37" name="Google Shape;37;p4"/>
          <p:cNvSpPr txBox="1">
            <a:spLocks noGrp="1"/>
          </p:cNvSpPr>
          <p:nvPr>
            <p:ph type="sldNum" idx="12"/>
          </p:nvPr>
        </p:nvSpPr>
        <p:spPr>
          <a:xfrm>
            <a:off x="8460431" y="4651190"/>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38"/>
        <p:cNvGrpSpPr/>
        <p:nvPr/>
      </p:nvGrpSpPr>
      <p:grpSpPr>
        <a:xfrm>
          <a:off x="0" y="0"/>
          <a:ext cx="0" cy="0"/>
          <a:chOff x="0" y="0"/>
          <a:chExt cx="0" cy="0"/>
        </a:xfrm>
      </p:grpSpPr>
      <p:sp>
        <p:nvSpPr>
          <p:cNvPr id="39" name="Google Shape;39;p5"/>
          <p:cNvSpPr txBox="1">
            <a:spLocks noGrp="1"/>
          </p:cNvSpPr>
          <p:nvPr>
            <p:ph type="title"/>
          </p:nvPr>
        </p:nvSpPr>
        <p:spPr>
          <a:xfrm>
            <a:off x="311700" y="410000"/>
            <a:ext cx="8520600" cy="607800"/>
          </a:xfrm>
          <a:prstGeom prst="rect">
            <a:avLst/>
          </a:prstGeom>
        </p:spPr>
        <p:txBody>
          <a:bodyPr spcFirstLastPara="1" wrap="square" lIns="91425" tIns="91425" rIns="91425" bIns="91425" anchor="t" anchorCtr="0">
            <a:norm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a:endParaRPr/>
          </a:p>
        </p:txBody>
      </p:sp>
      <p:sp>
        <p:nvSpPr>
          <p:cNvPr id="40" name="Google Shape;40;p5"/>
          <p:cNvSpPr txBox="1">
            <a:spLocks noGrp="1"/>
          </p:cNvSpPr>
          <p:nvPr>
            <p:ph type="body" idx="1"/>
          </p:nvPr>
        </p:nvSpPr>
        <p:spPr>
          <a:xfrm>
            <a:off x="311700" y="1229975"/>
            <a:ext cx="3999900" cy="33390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41" name="Google Shape;41;p5"/>
          <p:cNvSpPr txBox="1">
            <a:spLocks noGrp="1"/>
          </p:cNvSpPr>
          <p:nvPr>
            <p:ph type="body" idx="2"/>
          </p:nvPr>
        </p:nvSpPr>
        <p:spPr>
          <a:xfrm>
            <a:off x="4832400" y="1229975"/>
            <a:ext cx="3999900" cy="33390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42" name="Google Shape;42;p5"/>
          <p:cNvSpPr txBox="1">
            <a:spLocks noGrp="1"/>
          </p:cNvSpPr>
          <p:nvPr>
            <p:ph type="sldNum" idx="12"/>
          </p:nvPr>
        </p:nvSpPr>
        <p:spPr>
          <a:xfrm>
            <a:off x="8460431" y="4651190"/>
            <a:ext cx="548700" cy="393600"/>
          </a:xfrm>
          <a:prstGeom prst="rect">
            <a:avLst/>
          </a:prstGeom>
        </p:spPr>
        <p:txBody>
          <a:bodyPr spcFirstLastPara="1" wrap="square" lIns="91425" tIns="91425" rIns="91425" bIns="91425" anchor="ctr" anchorCtr="0">
            <a:normAutofit/>
          </a:bodyPr>
          <a:lstStyle>
            <a:lvl1pPr lvl="0">
              <a:buNone/>
              <a:defRPr>
                <a:solidFill>
                  <a:schemeClr val="dk2"/>
                </a:solidFill>
              </a:defRPr>
            </a:lvl1pPr>
            <a:lvl2pPr lvl="1">
              <a:buNone/>
              <a:defRPr>
                <a:solidFill>
                  <a:schemeClr val="dk2"/>
                </a:solidFill>
              </a:defRPr>
            </a:lvl2pPr>
            <a:lvl3pPr lvl="2">
              <a:buNone/>
              <a:defRPr>
                <a:solidFill>
                  <a:schemeClr val="dk2"/>
                </a:solidFill>
              </a:defRPr>
            </a:lvl3pPr>
            <a:lvl4pPr lvl="3">
              <a:buNone/>
              <a:defRPr>
                <a:solidFill>
                  <a:schemeClr val="dk2"/>
                </a:solidFill>
              </a:defRPr>
            </a:lvl4pPr>
            <a:lvl5pPr lvl="4">
              <a:buNone/>
              <a:defRPr>
                <a:solidFill>
                  <a:schemeClr val="dk2"/>
                </a:solidFill>
              </a:defRPr>
            </a:lvl5pPr>
            <a:lvl6pPr lvl="5">
              <a:buNone/>
              <a:defRPr>
                <a:solidFill>
                  <a:schemeClr val="dk2"/>
                </a:solidFill>
              </a:defRPr>
            </a:lvl6pPr>
            <a:lvl7pPr lvl="6">
              <a:buNone/>
              <a:defRPr>
                <a:solidFill>
                  <a:schemeClr val="dk2"/>
                </a:solidFill>
              </a:defRPr>
            </a:lvl7pPr>
            <a:lvl8pPr lvl="7">
              <a:buNone/>
              <a:defRPr>
                <a:solidFill>
                  <a:schemeClr val="dk2"/>
                </a:solidFill>
              </a:defRPr>
            </a:lvl8pPr>
            <a:lvl9pPr lvl="8">
              <a:buNone/>
              <a:defRPr>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3"/>
        <p:cNvGrpSpPr/>
        <p:nvPr/>
      </p:nvGrpSpPr>
      <p:grpSpPr>
        <a:xfrm>
          <a:off x="0" y="0"/>
          <a:ext cx="0" cy="0"/>
          <a:chOff x="0" y="0"/>
          <a:chExt cx="0" cy="0"/>
        </a:xfrm>
      </p:grpSpPr>
      <p:sp>
        <p:nvSpPr>
          <p:cNvPr id="44" name="Google Shape;44;p6"/>
          <p:cNvSpPr txBox="1">
            <a:spLocks noGrp="1"/>
          </p:cNvSpPr>
          <p:nvPr>
            <p:ph type="title"/>
          </p:nvPr>
        </p:nvSpPr>
        <p:spPr>
          <a:xfrm>
            <a:off x="311700" y="410000"/>
            <a:ext cx="8520600" cy="607800"/>
          </a:xfrm>
          <a:prstGeom prst="rect">
            <a:avLst/>
          </a:prstGeom>
        </p:spPr>
        <p:txBody>
          <a:bodyPr spcFirstLastPara="1" wrap="square" lIns="91425" tIns="91425" rIns="91425" bIns="91425" anchor="t" anchorCtr="0">
            <a:norm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a:endParaRPr/>
          </a:p>
        </p:txBody>
      </p:sp>
      <p:sp>
        <p:nvSpPr>
          <p:cNvPr id="45" name="Google Shape;45;p6"/>
          <p:cNvSpPr txBox="1">
            <a:spLocks noGrp="1"/>
          </p:cNvSpPr>
          <p:nvPr>
            <p:ph type="sldNum" idx="12"/>
          </p:nvPr>
        </p:nvSpPr>
        <p:spPr>
          <a:xfrm>
            <a:off x="8460431" y="4651190"/>
            <a:ext cx="548700" cy="393600"/>
          </a:xfrm>
          <a:prstGeom prst="rect">
            <a:avLst/>
          </a:prstGeom>
        </p:spPr>
        <p:txBody>
          <a:bodyPr spcFirstLastPara="1" wrap="square" lIns="91425" tIns="91425" rIns="91425" bIns="91425" anchor="ctr" anchorCtr="0">
            <a:normAutofit/>
          </a:bodyPr>
          <a:lstStyle>
            <a:lvl1pPr lvl="0">
              <a:buNone/>
              <a:defRPr>
                <a:solidFill>
                  <a:schemeClr val="dk2"/>
                </a:solidFill>
              </a:defRPr>
            </a:lvl1pPr>
            <a:lvl2pPr lvl="1">
              <a:buNone/>
              <a:defRPr>
                <a:solidFill>
                  <a:schemeClr val="dk2"/>
                </a:solidFill>
              </a:defRPr>
            </a:lvl2pPr>
            <a:lvl3pPr lvl="2">
              <a:buNone/>
              <a:defRPr>
                <a:solidFill>
                  <a:schemeClr val="dk2"/>
                </a:solidFill>
              </a:defRPr>
            </a:lvl3pPr>
            <a:lvl4pPr lvl="3">
              <a:buNone/>
              <a:defRPr>
                <a:solidFill>
                  <a:schemeClr val="dk2"/>
                </a:solidFill>
              </a:defRPr>
            </a:lvl4pPr>
            <a:lvl5pPr lvl="4">
              <a:buNone/>
              <a:defRPr>
                <a:solidFill>
                  <a:schemeClr val="dk2"/>
                </a:solidFill>
              </a:defRPr>
            </a:lvl5pPr>
            <a:lvl6pPr lvl="5">
              <a:buNone/>
              <a:defRPr>
                <a:solidFill>
                  <a:schemeClr val="dk2"/>
                </a:solidFill>
              </a:defRPr>
            </a:lvl6pPr>
            <a:lvl7pPr lvl="6">
              <a:buNone/>
              <a:defRPr>
                <a:solidFill>
                  <a:schemeClr val="dk2"/>
                </a:solidFill>
              </a:defRPr>
            </a:lvl7pPr>
            <a:lvl8pPr lvl="7">
              <a:buNone/>
              <a:defRPr>
                <a:solidFill>
                  <a:schemeClr val="dk2"/>
                </a:solidFill>
              </a:defRPr>
            </a:lvl8pPr>
            <a:lvl9pPr lvl="8">
              <a:buNone/>
              <a:defRPr>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46"/>
        <p:cNvGrpSpPr/>
        <p:nvPr/>
      </p:nvGrpSpPr>
      <p:grpSpPr>
        <a:xfrm>
          <a:off x="0" y="0"/>
          <a:ext cx="0" cy="0"/>
          <a:chOff x="0" y="0"/>
          <a:chExt cx="0" cy="0"/>
        </a:xfrm>
      </p:grpSpPr>
      <p:sp>
        <p:nvSpPr>
          <p:cNvPr id="47" name="Google Shape;47;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48" name="Google Shape;48;p7"/>
          <p:cNvSpPr txBox="1">
            <a:spLocks noGrp="1"/>
          </p:cNvSpPr>
          <p:nvPr>
            <p:ph type="body" idx="1"/>
          </p:nvPr>
        </p:nvSpPr>
        <p:spPr>
          <a:xfrm>
            <a:off x="311700" y="1465804"/>
            <a:ext cx="2808000" cy="31032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49" name="Google Shape;49;p7"/>
          <p:cNvSpPr txBox="1">
            <a:spLocks noGrp="1"/>
          </p:cNvSpPr>
          <p:nvPr>
            <p:ph type="sldNum" idx="12"/>
          </p:nvPr>
        </p:nvSpPr>
        <p:spPr>
          <a:xfrm>
            <a:off x="8460431" y="4651190"/>
            <a:ext cx="548700" cy="393600"/>
          </a:xfrm>
          <a:prstGeom prst="rect">
            <a:avLst/>
          </a:prstGeom>
        </p:spPr>
        <p:txBody>
          <a:bodyPr spcFirstLastPara="1" wrap="square" lIns="91425" tIns="91425" rIns="91425" bIns="91425" anchor="ctr" anchorCtr="0">
            <a:normAutofit/>
          </a:bodyPr>
          <a:lstStyle>
            <a:lvl1pPr lvl="0">
              <a:buNone/>
              <a:defRPr>
                <a:solidFill>
                  <a:schemeClr val="dk2"/>
                </a:solidFill>
              </a:defRPr>
            </a:lvl1pPr>
            <a:lvl2pPr lvl="1">
              <a:buNone/>
              <a:defRPr>
                <a:solidFill>
                  <a:schemeClr val="dk2"/>
                </a:solidFill>
              </a:defRPr>
            </a:lvl2pPr>
            <a:lvl3pPr lvl="2">
              <a:buNone/>
              <a:defRPr>
                <a:solidFill>
                  <a:schemeClr val="dk2"/>
                </a:solidFill>
              </a:defRPr>
            </a:lvl3pPr>
            <a:lvl4pPr lvl="3">
              <a:buNone/>
              <a:defRPr>
                <a:solidFill>
                  <a:schemeClr val="dk2"/>
                </a:solidFill>
              </a:defRPr>
            </a:lvl4pPr>
            <a:lvl5pPr lvl="4">
              <a:buNone/>
              <a:defRPr>
                <a:solidFill>
                  <a:schemeClr val="dk2"/>
                </a:solidFill>
              </a:defRPr>
            </a:lvl5pPr>
            <a:lvl6pPr lvl="5">
              <a:buNone/>
              <a:defRPr>
                <a:solidFill>
                  <a:schemeClr val="dk2"/>
                </a:solidFill>
              </a:defRPr>
            </a:lvl6pPr>
            <a:lvl7pPr lvl="6">
              <a:buNone/>
              <a:defRPr>
                <a:solidFill>
                  <a:schemeClr val="dk2"/>
                </a:solidFill>
              </a:defRPr>
            </a:lvl7pPr>
            <a:lvl8pPr lvl="7">
              <a:buNone/>
              <a:defRPr>
                <a:solidFill>
                  <a:schemeClr val="dk2"/>
                </a:solidFill>
              </a:defRPr>
            </a:lvl8pPr>
            <a:lvl9pPr lvl="8">
              <a:buNone/>
              <a:defRPr>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bg>
      <p:bgPr>
        <a:solidFill>
          <a:schemeClr val="accent4"/>
        </a:solidFill>
        <a:effectLst/>
      </p:bgPr>
    </p:bg>
    <p:spTree>
      <p:nvGrpSpPr>
        <p:cNvPr id="1" name="Shape 50"/>
        <p:cNvGrpSpPr/>
        <p:nvPr/>
      </p:nvGrpSpPr>
      <p:grpSpPr>
        <a:xfrm>
          <a:off x="0" y="0"/>
          <a:ext cx="0" cy="0"/>
          <a:chOff x="0" y="0"/>
          <a:chExt cx="0" cy="0"/>
        </a:xfrm>
      </p:grpSpPr>
      <p:grpSp>
        <p:nvGrpSpPr>
          <p:cNvPr id="51" name="Google Shape;51;p8"/>
          <p:cNvGrpSpPr/>
          <p:nvPr/>
        </p:nvGrpSpPr>
        <p:grpSpPr>
          <a:xfrm>
            <a:off x="6098378" y="5"/>
            <a:ext cx="3045625" cy="2030570"/>
            <a:chOff x="6098378" y="5"/>
            <a:chExt cx="3045625" cy="2030570"/>
          </a:xfrm>
        </p:grpSpPr>
        <p:sp>
          <p:nvSpPr>
            <p:cNvPr id="52" name="Google Shape;52;p8"/>
            <p:cNvSpPr/>
            <p:nvPr/>
          </p:nvSpPr>
          <p:spPr>
            <a:xfrm>
              <a:off x="8128803" y="16"/>
              <a:ext cx="1015200" cy="1015200"/>
            </a:xfrm>
            <a:prstGeom prst="rect">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 name="Google Shape;53;p8"/>
            <p:cNvSpPr/>
            <p:nvPr/>
          </p:nvSpPr>
          <p:spPr>
            <a:xfrm flipH="1">
              <a:off x="7113463" y="5"/>
              <a:ext cx="1015200" cy="1015200"/>
            </a:xfrm>
            <a:prstGeom prst="rtTriangle">
              <a:avLst/>
            </a:pr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 name="Google Shape;54;p8"/>
            <p:cNvSpPr/>
            <p:nvPr/>
          </p:nvSpPr>
          <p:spPr>
            <a:xfrm rot="10800000" flipH="1">
              <a:off x="7113588" y="107"/>
              <a:ext cx="1015200" cy="1015200"/>
            </a:xfrm>
            <a:prstGeom prst="rtTriangle">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 name="Google Shape;55;p8"/>
            <p:cNvSpPr/>
            <p:nvPr/>
          </p:nvSpPr>
          <p:spPr>
            <a:xfrm rot="10800000">
              <a:off x="6098378" y="97"/>
              <a:ext cx="1015200" cy="1015200"/>
            </a:xfrm>
            <a:prstGeom prst="rtTriangle">
              <a:avLst/>
            </a:pr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 name="Google Shape;56;p8"/>
            <p:cNvSpPr/>
            <p:nvPr/>
          </p:nvSpPr>
          <p:spPr>
            <a:xfrm rot="10800000">
              <a:off x="8128789" y="1015375"/>
              <a:ext cx="1015200" cy="1015200"/>
            </a:xfrm>
            <a:prstGeom prst="rtTriangle">
              <a:avLst/>
            </a:pr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7" name="Google Shape;57;p8"/>
          <p:cNvSpPr txBox="1">
            <a:spLocks noGrp="1"/>
          </p:cNvSpPr>
          <p:nvPr>
            <p:ph type="title"/>
          </p:nvPr>
        </p:nvSpPr>
        <p:spPr>
          <a:xfrm>
            <a:off x="490250" y="526350"/>
            <a:ext cx="5618700" cy="4090800"/>
          </a:xfrm>
          <a:prstGeom prst="rect">
            <a:avLst/>
          </a:prstGeom>
        </p:spPr>
        <p:txBody>
          <a:bodyPr spcFirstLastPara="1" wrap="square" lIns="91425" tIns="91425" rIns="91425" bIns="91425" anchor="ctr" anchorCtr="0">
            <a:normAutofit/>
          </a:bodyPr>
          <a:lstStyle>
            <a:lvl1pPr lvl="0">
              <a:spcBef>
                <a:spcPts val="0"/>
              </a:spcBef>
              <a:spcAft>
                <a:spcPts val="0"/>
              </a:spcAft>
              <a:buClr>
                <a:schemeClr val="lt1"/>
              </a:buClr>
              <a:buSzPts val="4800"/>
              <a:buNone/>
              <a:defRPr sz="4800">
                <a:solidFill>
                  <a:schemeClr val="lt1"/>
                </a:solidFill>
              </a:defRPr>
            </a:lvl1pPr>
            <a:lvl2pPr lvl="1">
              <a:spcBef>
                <a:spcPts val="0"/>
              </a:spcBef>
              <a:spcAft>
                <a:spcPts val="0"/>
              </a:spcAft>
              <a:buClr>
                <a:schemeClr val="lt1"/>
              </a:buClr>
              <a:buSzPts val="4800"/>
              <a:buNone/>
              <a:defRPr sz="4800">
                <a:solidFill>
                  <a:schemeClr val="lt1"/>
                </a:solidFill>
              </a:defRPr>
            </a:lvl2pPr>
            <a:lvl3pPr lvl="2">
              <a:spcBef>
                <a:spcPts val="0"/>
              </a:spcBef>
              <a:spcAft>
                <a:spcPts val="0"/>
              </a:spcAft>
              <a:buClr>
                <a:schemeClr val="lt1"/>
              </a:buClr>
              <a:buSzPts val="4800"/>
              <a:buNone/>
              <a:defRPr sz="4800">
                <a:solidFill>
                  <a:schemeClr val="lt1"/>
                </a:solidFill>
              </a:defRPr>
            </a:lvl3pPr>
            <a:lvl4pPr lvl="3">
              <a:spcBef>
                <a:spcPts val="0"/>
              </a:spcBef>
              <a:spcAft>
                <a:spcPts val="0"/>
              </a:spcAft>
              <a:buClr>
                <a:schemeClr val="lt1"/>
              </a:buClr>
              <a:buSzPts val="4800"/>
              <a:buNone/>
              <a:defRPr sz="4800">
                <a:solidFill>
                  <a:schemeClr val="lt1"/>
                </a:solidFill>
              </a:defRPr>
            </a:lvl4pPr>
            <a:lvl5pPr lvl="4">
              <a:spcBef>
                <a:spcPts val="0"/>
              </a:spcBef>
              <a:spcAft>
                <a:spcPts val="0"/>
              </a:spcAft>
              <a:buClr>
                <a:schemeClr val="lt1"/>
              </a:buClr>
              <a:buSzPts val="4800"/>
              <a:buNone/>
              <a:defRPr sz="4800">
                <a:solidFill>
                  <a:schemeClr val="lt1"/>
                </a:solidFill>
              </a:defRPr>
            </a:lvl5pPr>
            <a:lvl6pPr lvl="5">
              <a:spcBef>
                <a:spcPts val="0"/>
              </a:spcBef>
              <a:spcAft>
                <a:spcPts val="0"/>
              </a:spcAft>
              <a:buClr>
                <a:schemeClr val="lt1"/>
              </a:buClr>
              <a:buSzPts val="4800"/>
              <a:buNone/>
              <a:defRPr sz="4800">
                <a:solidFill>
                  <a:schemeClr val="lt1"/>
                </a:solidFill>
              </a:defRPr>
            </a:lvl6pPr>
            <a:lvl7pPr lvl="6">
              <a:spcBef>
                <a:spcPts val="0"/>
              </a:spcBef>
              <a:spcAft>
                <a:spcPts val="0"/>
              </a:spcAft>
              <a:buClr>
                <a:schemeClr val="lt1"/>
              </a:buClr>
              <a:buSzPts val="4800"/>
              <a:buNone/>
              <a:defRPr sz="4800">
                <a:solidFill>
                  <a:schemeClr val="lt1"/>
                </a:solidFill>
              </a:defRPr>
            </a:lvl7pPr>
            <a:lvl8pPr lvl="7">
              <a:spcBef>
                <a:spcPts val="0"/>
              </a:spcBef>
              <a:spcAft>
                <a:spcPts val="0"/>
              </a:spcAft>
              <a:buClr>
                <a:schemeClr val="lt1"/>
              </a:buClr>
              <a:buSzPts val="4800"/>
              <a:buNone/>
              <a:defRPr sz="4800">
                <a:solidFill>
                  <a:schemeClr val="lt1"/>
                </a:solidFill>
              </a:defRPr>
            </a:lvl8pPr>
            <a:lvl9pPr lvl="8">
              <a:spcBef>
                <a:spcPts val="0"/>
              </a:spcBef>
              <a:spcAft>
                <a:spcPts val="0"/>
              </a:spcAft>
              <a:buClr>
                <a:schemeClr val="lt1"/>
              </a:buClr>
              <a:buSzPts val="4800"/>
              <a:buNone/>
              <a:defRPr sz="4800">
                <a:solidFill>
                  <a:schemeClr val="lt1"/>
                </a:solidFill>
              </a:defRPr>
            </a:lvl9pPr>
          </a:lstStyle>
          <a:p>
            <a:endParaRPr/>
          </a:p>
        </p:txBody>
      </p:sp>
      <p:sp>
        <p:nvSpPr>
          <p:cNvPr id="58" name="Google Shape;58;p8"/>
          <p:cNvSpPr txBox="1">
            <a:spLocks noGrp="1"/>
          </p:cNvSpPr>
          <p:nvPr>
            <p:ph type="sldNum" idx="12"/>
          </p:nvPr>
        </p:nvSpPr>
        <p:spPr>
          <a:xfrm>
            <a:off x="8460431" y="4651190"/>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59"/>
        <p:cNvGrpSpPr/>
        <p:nvPr/>
      </p:nvGrpSpPr>
      <p:grpSpPr>
        <a:xfrm>
          <a:off x="0" y="0"/>
          <a:ext cx="0" cy="0"/>
          <a:chOff x="0" y="0"/>
          <a:chExt cx="0" cy="0"/>
        </a:xfrm>
      </p:grpSpPr>
      <p:sp>
        <p:nvSpPr>
          <p:cNvPr id="60" name="Google Shape;60;p9"/>
          <p:cNvSpPr/>
          <p:nvPr/>
        </p:nvSpPr>
        <p:spPr>
          <a:xfrm>
            <a:off x="4572000" y="-175"/>
            <a:ext cx="4572000" cy="51435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1" name="Google Shape;61;p9"/>
          <p:cNvCxnSpPr/>
          <p:nvPr/>
        </p:nvCxnSpPr>
        <p:spPr>
          <a:xfrm>
            <a:off x="5029675" y="4495500"/>
            <a:ext cx="468300" cy="0"/>
          </a:xfrm>
          <a:prstGeom prst="straightConnector1">
            <a:avLst/>
          </a:prstGeom>
          <a:noFill/>
          <a:ln w="19050" cap="flat" cmpd="sng">
            <a:solidFill>
              <a:schemeClr val="lt1"/>
            </a:solidFill>
            <a:prstDash val="solid"/>
            <a:round/>
            <a:headEnd type="none" w="sm" len="sm"/>
            <a:tailEnd type="none" w="sm" len="sm"/>
          </a:ln>
        </p:spPr>
      </p:cxnSp>
      <p:sp>
        <p:nvSpPr>
          <p:cNvPr id="62" name="Google Shape;62;p9"/>
          <p:cNvSpPr txBox="1">
            <a:spLocks noGrp="1"/>
          </p:cNvSpPr>
          <p:nvPr>
            <p:ph type="title"/>
          </p:nvPr>
        </p:nvSpPr>
        <p:spPr>
          <a:xfrm>
            <a:off x="265500" y="1151100"/>
            <a:ext cx="4045200" cy="15645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63" name="Google Shape;63;p9"/>
          <p:cNvSpPr txBox="1">
            <a:spLocks noGrp="1"/>
          </p:cNvSpPr>
          <p:nvPr>
            <p:ph type="subTitle" idx="1"/>
          </p:nvPr>
        </p:nvSpPr>
        <p:spPr>
          <a:xfrm>
            <a:off x="265500" y="2769001"/>
            <a:ext cx="4045200" cy="12693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64" name="Google Shape;64;p9"/>
          <p:cNvSpPr txBox="1">
            <a:spLocks noGrp="1"/>
          </p:cNvSpPr>
          <p:nvPr>
            <p:ph type="body" idx="2"/>
          </p:nvPr>
        </p:nvSpPr>
        <p:spPr>
          <a:xfrm>
            <a:off x="4939500" y="724200"/>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Clr>
                <a:schemeClr val="lt1"/>
              </a:buClr>
              <a:buSzPts val="1800"/>
              <a:buChar char="●"/>
              <a:defRPr>
                <a:solidFill>
                  <a:schemeClr val="lt1"/>
                </a:solidFill>
              </a:defRPr>
            </a:lvl1pPr>
            <a:lvl2pPr marL="914400" lvl="1" indent="-317500">
              <a:spcBef>
                <a:spcPts val="0"/>
              </a:spcBef>
              <a:spcAft>
                <a:spcPts val="0"/>
              </a:spcAft>
              <a:buClr>
                <a:schemeClr val="lt1"/>
              </a:buClr>
              <a:buSzPts val="1400"/>
              <a:buChar char="○"/>
              <a:defRPr>
                <a:solidFill>
                  <a:schemeClr val="lt1"/>
                </a:solidFill>
              </a:defRPr>
            </a:lvl2pPr>
            <a:lvl3pPr marL="1371600" lvl="2" indent="-317500">
              <a:spcBef>
                <a:spcPts val="0"/>
              </a:spcBef>
              <a:spcAft>
                <a:spcPts val="0"/>
              </a:spcAft>
              <a:buClr>
                <a:schemeClr val="lt1"/>
              </a:buClr>
              <a:buSzPts val="1400"/>
              <a:buChar char="■"/>
              <a:defRPr>
                <a:solidFill>
                  <a:schemeClr val="lt1"/>
                </a:solidFill>
              </a:defRPr>
            </a:lvl3pPr>
            <a:lvl4pPr marL="1828800" lvl="3" indent="-317500">
              <a:spcBef>
                <a:spcPts val="0"/>
              </a:spcBef>
              <a:spcAft>
                <a:spcPts val="0"/>
              </a:spcAft>
              <a:buClr>
                <a:schemeClr val="lt1"/>
              </a:buClr>
              <a:buSzPts val="1400"/>
              <a:buChar char="●"/>
              <a:defRPr>
                <a:solidFill>
                  <a:schemeClr val="lt1"/>
                </a:solidFill>
              </a:defRPr>
            </a:lvl4pPr>
            <a:lvl5pPr marL="2286000" lvl="4" indent="-317500">
              <a:spcBef>
                <a:spcPts val="0"/>
              </a:spcBef>
              <a:spcAft>
                <a:spcPts val="0"/>
              </a:spcAft>
              <a:buClr>
                <a:schemeClr val="lt1"/>
              </a:buClr>
              <a:buSzPts val="1400"/>
              <a:buChar char="○"/>
              <a:defRPr>
                <a:solidFill>
                  <a:schemeClr val="lt1"/>
                </a:solidFill>
              </a:defRPr>
            </a:lvl5pPr>
            <a:lvl6pPr marL="2743200" lvl="5" indent="-317500">
              <a:spcBef>
                <a:spcPts val="0"/>
              </a:spcBef>
              <a:spcAft>
                <a:spcPts val="0"/>
              </a:spcAft>
              <a:buClr>
                <a:schemeClr val="lt1"/>
              </a:buClr>
              <a:buSzPts val="1400"/>
              <a:buChar char="■"/>
              <a:defRPr>
                <a:solidFill>
                  <a:schemeClr val="lt1"/>
                </a:solidFill>
              </a:defRPr>
            </a:lvl6pPr>
            <a:lvl7pPr marL="3200400" lvl="6" indent="-317500">
              <a:spcBef>
                <a:spcPts val="0"/>
              </a:spcBef>
              <a:spcAft>
                <a:spcPts val="0"/>
              </a:spcAft>
              <a:buClr>
                <a:schemeClr val="lt1"/>
              </a:buClr>
              <a:buSzPts val="1400"/>
              <a:buChar char="●"/>
              <a:defRPr>
                <a:solidFill>
                  <a:schemeClr val="lt1"/>
                </a:solidFill>
              </a:defRPr>
            </a:lvl7pPr>
            <a:lvl8pPr marL="3657600" lvl="7" indent="-317500">
              <a:spcBef>
                <a:spcPts val="0"/>
              </a:spcBef>
              <a:spcAft>
                <a:spcPts val="0"/>
              </a:spcAft>
              <a:buClr>
                <a:schemeClr val="lt1"/>
              </a:buClr>
              <a:buSzPts val="1400"/>
              <a:buChar char="○"/>
              <a:defRPr>
                <a:solidFill>
                  <a:schemeClr val="lt1"/>
                </a:solidFill>
              </a:defRPr>
            </a:lvl8pPr>
            <a:lvl9pPr marL="4114800" lvl="8" indent="-317500">
              <a:spcBef>
                <a:spcPts val="0"/>
              </a:spcBef>
              <a:spcAft>
                <a:spcPts val="0"/>
              </a:spcAft>
              <a:buClr>
                <a:schemeClr val="lt1"/>
              </a:buClr>
              <a:buSzPts val="1400"/>
              <a:buChar char="■"/>
              <a:defRPr>
                <a:solidFill>
                  <a:schemeClr val="lt1"/>
                </a:solidFill>
              </a:defRPr>
            </a:lvl9pPr>
          </a:lstStyle>
          <a:p>
            <a:endParaRPr/>
          </a:p>
        </p:txBody>
      </p:sp>
      <p:sp>
        <p:nvSpPr>
          <p:cNvPr id="65" name="Google Shape;65;p9"/>
          <p:cNvSpPr txBox="1">
            <a:spLocks noGrp="1"/>
          </p:cNvSpPr>
          <p:nvPr>
            <p:ph type="sldNum" idx="12"/>
          </p:nvPr>
        </p:nvSpPr>
        <p:spPr>
          <a:xfrm>
            <a:off x="8460431" y="4651190"/>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66"/>
        <p:cNvGrpSpPr/>
        <p:nvPr/>
      </p:nvGrpSpPr>
      <p:grpSpPr>
        <a:xfrm>
          <a:off x="0" y="0"/>
          <a:ext cx="0" cy="0"/>
          <a:chOff x="0" y="0"/>
          <a:chExt cx="0" cy="0"/>
        </a:xfrm>
      </p:grpSpPr>
      <p:sp>
        <p:nvSpPr>
          <p:cNvPr id="67" name="Google Shape;67;p10"/>
          <p:cNvSpPr txBox="1">
            <a:spLocks noGrp="1"/>
          </p:cNvSpPr>
          <p:nvPr>
            <p:ph type="body" idx="1"/>
          </p:nvPr>
        </p:nvSpPr>
        <p:spPr>
          <a:xfrm>
            <a:off x="319500" y="4230575"/>
            <a:ext cx="5998800" cy="5988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68" name="Google Shape;68;p10"/>
          <p:cNvSpPr txBox="1">
            <a:spLocks noGrp="1"/>
          </p:cNvSpPr>
          <p:nvPr>
            <p:ph type="sldNum" idx="12"/>
          </p:nvPr>
        </p:nvSpPr>
        <p:spPr>
          <a:xfrm>
            <a:off x="8460431" y="4651190"/>
            <a:ext cx="548700" cy="393600"/>
          </a:xfrm>
          <a:prstGeom prst="rect">
            <a:avLst/>
          </a:prstGeom>
        </p:spPr>
        <p:txBody>
          <a:bodyPr spcFirstLastPara="1" wrap="square" lIns="91425" tIns="91425" rIns="91425" bIns="91425" anchor="ctr" anchorCtr="0">
            <a:normAutofit/>
          </a:bodyPr>
          <a:lstStyle>
            <a:lvl1pPr lvl="0">
              <a:buNone/>
              <a:defRPr>
                <a:solidFill>
                  <a:schemeClr val="dk2"/>
                </a:solidFill>
              </a:defRPr>
            </a:lvl1pPr>
            <a:lvl2pPr lvl="1">
              <a:buNone/>
              <a:defRPr>
                <a:solidFill>
                  <a:schemeClr val="dk2"/>
                </a:solidFill>
              </a:defRPr>
            </a:lvl2pPr>
            <a:lvl3pPr lvl="2">
              <a:buNone/>
              <a:defRPr>
                <a:solidFill>
                  <a:schemeClr val="dk2"/>
                </a:solidFill>
              </a:defRPr>
            </a:lvl3pPr>
            <a:lvl4pPr lvl="3">
              <a:buNone/>
              <a:defRPr>
                <a:solidFill>
                  <a:schemeClr val="dk2"/>
                </a:solidFill>
              </a:defRPr>
            </a:lvl4pPr>
            <a:lvl5pPr lvl="4">
              <a:buNone/>
              <a:defRPr>
                <a:solidFill>
                  <a:schemeClr val="dk2"/>
                </a:solidFill>
              </a:defRPr>
            </a:lvl5pPr>
            <a:lvl6pPr lvl="5">
              <a:buNone/>
              <a:defRPr>
                <a:solidFill>
                  <a:schemeClr val="dk2"/>
                </a:solidFill>
              </a:defRPr>
            </a:lvl6pPr>
            <a:lvl7pPr lvl="6">
              <a:buNone/>
              <a:defRPr>
                <a:solidFill>
                  <a:schemeClr val="dk2"/>
                </a:solidFill>
              </a:defRPr>
            </a:lvl7pPr>
            <a:lvl8pPr lvl="7">
              <a:buNone/>
              <a:defRPr>
                <a:solidFill>
                  <a:schemeClr val="dk2"/>
                </a:solidFill>
              </a:defRPr>
            </a:lvl8pPr>
            <a:lvl9pPr lvl="8">
              <a:buNone/>
              <a:defRPr>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bg>
      <p:bgPr>
        <a:solidFill>
          <a:schemeClr val="dk1"/>
        </a:solidFill>
        <a:effectLst/>
      </p:bgPr>
    </p:bg>
    <p:spTree>
      <p:nvGrpSpPr>
        <p:cNvPr id="1" name="Shape 69"/>
        <p:cNvGrpSpPr/>
        <p:nvPr/>
      </p:nvGrpSpPr>
      <p:grpSpPr>
        <a:xfrm>
          <a:off x="0" y="0"/>
          <a:ext cx="0" cy="0"/>
          <a:chOff x="0" y="0"/>
          <a:chExt cx="0" cy="0"/>
        </a:xfrm>
      </p:grpSpPr>
      <p:grpSp>
        <p:nvGrpSpPr>
          <p:cNvPr id="70" name="Google Shape;70;p11"/>
          <p:cNvGrpSpPr/>
          <p:nvPr/>
        </p:nvGrpSpPr>
        <p:grpSpPr>
          <a:xfrm>
            <a:off x="6098378" y="5"/>
            <a:ext cx="3045625" cy="2030570"/>
            <a:chOff x="6098378" y="5"/>
            <a:chExt cx="3045625" cy="2030570"/>
          </a:xfrm>
        </p:grpSpPr>
        <p:sp>
          <p:nvSpPr>
            <p:cNvPr id="71" name="Google Shape;71;p11"/>
            <p:cNvSpPr/>
            <p:nvPr/>
          </p:nvSpPr>
          <p:spPr>
            <a:xfrm>
              <a:off x="8128803" y="16"/>
              <a:ext cx="1015200" cy="10152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 name="Google Shape;72;p11"/>
            <p:cNvSpPr/>
            <p:nvPr/>
          </p:nvSpPr>
          <p:spPr>
            <a:xfrm flipH="1">
              <a:off x="7113463" y="5"/>
              <a:ext cx="1015200" cy="1015200"/>
            </a:xfrm>
            <a:prstGeom prst="rtTriangl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 name="Google Shape;73;p11"/>
            <p:cNvSpPr/>
            <p:nvPr/>
          </p:nvSpPr>
          <p:spPr>
            <a:xfrm rot="10800000" flipH="1">
              <a:off x="7113588" y="107"/>
              <a:ext cx="1015200" cy="1015200"/>
            </a:xfrm>
            <a:prstGeom prst="rtTriangle">
              <a:avLst/>
            </a:pr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 name="Google Shape;74;p11"/>
            <p:cNvSpPr/>
            <p:nvPr/>
          </p:nvSpPr>
          <p:spPr>
            <a:xfrm rot="10800000">
              <a:off x="6098378" y="97"/>
              <a:ext cx="1015200" cy="1015200"/>
            </a:xfrm>
            <a:prstGeom prst="rtTriangle">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 name="Google Shape;75;p11"/>
            <p:cNvSpPr/>
            <p:nvPr/>
          </p:nvSpPr>
          <p:spPr>
            <a:xfrm rot="10800000">
              <a:off x="8128789" y="1015375"/>
              <a:ext cx="1015200" cy="1015200"/>
            </a:xfrm>
            <a:prstGeom prst="rtTriangle">
              <a:avLst/>
            </a:pr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6" name="Google Shape;76;p11"/>
          <p:cNvSpPr txBox="1">
            <a:spLocks noGrp="1"/>
          </p:cNvSpPr>
          <p:nvPr>
            <p:ph type="title" hasCustomPrompt="1"/>
          </p:nvPr>
        </p:nvSpPr>
        <p:spPr>
          <a:xfrm>
            <a:off x="311700" y="1256050"/>
            <a:ext cx="8520600" cy="2030700"/>
          </a:xfrm>
          <a:prstGeom prst="rect">
            <a:avLst/>
          </a:prstGeom>
        </p:spPr>
        <p:txBody>
          <a:bodyPr spcFirstLastPara="1" wrap="square" lIns="91425" tIns="91425" rIns="91425" bIns="91425" anchor="b" anchorCtr="0">
            <a:normAutofit/>
          </a:bodyPr>
          <a:lstStyle>
            <a:lvl1pPr lvl="0" algn="ctr">
              <a:spcBef>
                <a:spcPts val="0"/>
              </a:spcBef>
              <a:spcAft>
                <a:spcPts val="0"/>
              </a:spcAft>
              <a:buClr>
                <a:schemeClr val="lt1"/>
              </a:buClr>
              <a:buSzPts val="12000"/>
              <a:buNone/>
              <a:defRPr sz="12000">
                <a:solidFill>
                  <a:schemeClr val="lt1"/>
                </a:solidFill>
              </a:defRPr>
            </a:lvl1pPr>
            <a:lvl2pPr lvl="1" algn="ctr">
              <a:spcBef>
                <a:spcPts val="0"/>
              </a:spcBef>
              <a:spcAft>
                <a:spcPts val="0"/>
              </a:spcAft>
              <a:buClr>
                <a:schemeClr val="lt1"/>
              </a:buClr>
              <a:buSzPts val="12000"/>
              <a:buNone/>
              <a:defRPr sz="12000">
                <a:solidFill>
                  <a:schemeClr val="lt1"/>
                </a:solidFill>
              </a:defRPr>
            </a:lvl2pPr>
            <a:lvl3pPr lvl="2" algn="ctr">
              <a:spcBef>
                <a:spcPts val="0"/>
              </a:spcBef>
              <a:spcAft>
                <a:spcPts val="0"/>
              </a:spcAft>
              <a:buClr>
                <a:schemeClr val="lt1"/>
              </a:buClr>
              <a:buSzPts val="12000"/>
              <a:buNone/>
              <a:defRPr sz="12000">
                <a:solidFill>
                  <a:schemeClr val="lt1"/>
                </a:solidFill>
              </a:defRPr>
            </a:lvl3pPr>
            <a:lvl4pPr lvl="3" algn="ctr">
              <a:spcBef>
                <a:spcPts val="0"/>
              </a:spcBef>
              <a:spcAft>
                <a:spcPts val="0"/>
              </a:spcAft>
              <a:buClr>
                <a:schemeClr val="lt1"/>
              </a:buClr>
              <a:buSzPts val="12000"/>
              <a:buNone/>
              <a:defRPr sz="12000">
                <a:solidFill>
                  <a:schemeClr val="lt1"/>
                </a:solidFill>
              </a:defRPr>
            </a:lvl4pPr>
            <a:lvl5pPr lvl="4" algn="ctr">
              <a:spcBef>
                <a:spcPts val="0"/>
              </a:spcBef>
              <a:spcAft>
                <a:spcPts val="0"/>
              </a:spcAft>
              <a:buClr>
                <a:schemeClr val="lt1"/>
              </a:buClr>
              <a:buSzPts val="12000"/>
              <a:buNone/>
              <a:defRPr sz="12000">
                <a:solidFill>
                  <a:schemeClr val="lt1"/>
                </a:solidFill>
              </a:defRPr>
            </a:lvl5pPr>
            <a:lvl6pPr lvl="5" algn="ctr">
              <a:spcBef>
                <a:spcPts val="0"/>
              </a:spcBef>
              <a:spcAft>
                <a:spcPts val="0"/>
              </a:spcAft>
              <a:buClr>
                <a:schemeClr val="lt1"/>
              </a:buClr>
              <a:buSzPts val="12000"/>
              <a:buNone/>
              <a:defRPr sz="12000">
                <a:solidFill>
                  <a:schemeClr val="lt1"/>
                </a:solidFill>
              </a:defRPr>
            </a:lvl6pPr>
            <a:lvl7pPr lvl="6" algn="ctr">
              <a:spcBef>
                <a:spcPts val="0"/>
              </a:spcBef>
              <a:spcAft>
                <a:spcPts val="0"/>
              </a:spcAft>
              <a:buClr>
                <a:schemeClr val="lt1"/>
              </a:buClr>
              <a:buSzPts val="12000"/>
              <a:buNone/>
              <a:defRPr sz="12000">
                <a:solidFill>
                  <a:schemeClr val="lt1"/>
                </a:solidFill>
              </a:defRPr>
            </a:lvl7pPr>
            <a:lvl8pPr lvl="7" algn="ctr">
              <a:spcBef>
                <a:spcPts val="0"/>
              </a:spcBef>
              <a:spcAft>
                <a:spcPts val="0"/>
              </a:spcAft>
              <a:buClr>
                <a:schemeClr val="lt1"/>
              </a:buClr>
              <a:buSzPts val="12000"/>
              <a:buNone/>
              <a:defRPr sz="12000">
                <a:solidFill>
                  <a:schemeClr val="lt1"/>
                </a:solidFill>
              </a:defRPr>
            </a:lvl8pPr>
            <a:lvl9pPr lvl="8" algn="ctr">
              <a:spcBef>
                <a:spcPts val="0"/>
              </a:spcBef>
              <a:spcAft>
                <a:spcPts val="0"/>
              </a:spcAft>
              <a:buClr>
                <a:schemeClr val="lt1"/>
              </a:buClr>
              <a:buSzPts val="12000"/>
              <a:buNone/>
              <a:defRPr sz="12000">
                <a:solidFill>
                  <a:schemeClr val="lt1"/>
                </a:solidFill>
              </a:defRPr>
            </a:lvl9pPr>
          </a:lstStyle>
          <a:p>
            <a:r>
              <a:t>xx%</a:t>
            </a:r>
          </a:p>
        </p:txBody>
      </p:sp>
      <p:sp>
        <p:nvSpPr>
          <p:cNvPr id="77" name="Google Shape;77;p11"/>
          <p:cNvSpPr txBox="1">
            <a:spLocks noGrp="1"/>
          </p:cNvSpPr>
          <p:nvPr>
            <p:ph type="body" idx="1"/>
          </p:nvPr>
        </p:nvSpPr>
        <p:spPr>
          <a:xfrm>
            <a:off x="311700" y="3369225"/>
            <a:ext cx="8520600" cy="12819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Clr>
                <a:schemeClr val="lt1"/>
              </a:buClr>
              <a:buSzPts val="1800"/>
              <a:buChar char="●"/>
              <a:defRPr>
                <a:solidFill>
                  <a:schemeClr val="lt1"/>
                </a:solidFill>
              </a:defRPr>
            </a:lvl1pPr>
            <a:lvl2pPr marL="914400" lvl="1" indent="-317500" algn="ctr">
              <a:spcBef>
                <a:spcPts val="0"/>
              </a:spcBef>
              <a:spcAft>
                <a:spcPts val="0"/>
              </a:spcAft>
              <a:buClr>
                <a:schemeClr val="lt1"/>
              </a:buClr>
              <a:buSzPts val="1400"/>
              <a:buChar char="○"/>
              <a:defRPr>
                <a:solidFill>
                  <a:schemeClr val="lt1"/>
                </a:solidFill>
              </a:defRPr>
            </a:lvl2pPr>
            <a:lvl3pPr marL="1371600" lvl="2" indent="-317500" algn="ctr">
              <a:spcBef>
                <a:spcPts val="0"/>
              </a:spcBef>
              <a:spcAft>
                <a:spcPts val="0"/>
              </a:spcAft>
              <a:buClr>
                <a:schemeClr val="lt1"/>
              </a:buClr>
              <a:buSzPts val="1400"/>
              <a:buChar char="■"/>
              <a:defRPr>
                <a:solidFill>
                  <a:schemeClr val="lt1"/>
                </a:solidFill>
              </a:defRPr>
            </a:lvl3pPr>
            <a:lvl4pPr marL="1828800" lvl="3" indent="-317500" algn="ctr">
              <a:spcBef>
                <a:spcPts val="0"/>
              </a:spcBef>
              <a:spcAft>
                <a:spcPts val="0"/>
              </a:spcAft>
              <a:buClr>
                <a:schemeClr val="lt1"/>
              </a:buClr>
              <a:buSzPts val="1400"/>
              <a:buChar char="●"/>
              <a:defRPr>
                <a:solidFill>
                  <a:schemeClr val="lt1"/>
                </a:solidFill>
              </a:defRPr>
            </a:lvl4pPr>
            <a:lvl5pPr marL="2286000" lvl="4" indent="-317500" algn="ctr">
              <a:spcBef>
                <a:spcPts val="0"/>
              </a:spcBef>
              <a:spcAft>
                <a:spcPts val="0"/>
              </a:spcAft>
              <a:buClr>
                <a:schemeClr val="lt1"/>
              </a:buClr>
              <a:buSzPts val="1400"/>
              <a:buChar char="○"/>
              <a:defRPr>
                <a:solidFill>
                  <a:schemeClr val="lt1"/>
                </a:solidFill>
              </a:defRPr>
            </a:lvl5pPr>
            <a:lvl6pPr marL="2743200" lvl="5" indent="-317500" algn="ctr">
              <a:spcBef>
                <a:spcPts val="0"/>
              </a:spcBef>
              <a:spcAft>
                <a:spcPts val="0"/>
              </a:spcAft>
              <a:buClr>
                <a:schemeClr val="lt1"/>
              </a:buClr>
              <a:buSzPts val="1400"/>
              <a:buChar char="■"/>
              <a:defRPr>
                <a:solidFill>
                  <a:schemeClr val="lt1"/>
                </a:solidFill>
              </a:defRPr>
            </a:lvl6pPr>
            <a:lvl7pPr marL="3200400" lvl="6" indent="-317500" algn="ctr">
              <a:spcBef>
                <a:spcPts val="0"/>
              </a:spcBef>
              <a:spcAft>
                <a:spcPts val="0"/>
              </a:spcAft>
              <a:buClr>
                <a:schemeClr val="lt1"/>
              </a:buClr>
              <a:buSzPts val="1400"/>
              <a:buChar char="●"/>
              <a:defRPr>
                <a:solidFill>
                  <a:schemeClr val="lt1"/>
                </a:solidFill>
              </a:defRPr>
            </a:lvl7pPr>
            <a:lvl8pPr marL="3657600" lvl="7" indent="-317500" algn="ctr">
              <a:spcBef>
                <a:spcPts val="0"/>
              </a:spcBef>
              <a:spcAft>
                <a:spcPts val="0"/>
              </a:spcAft>
              <a:buClr>
                <a:schemeClr val="lt1"/>
              </a:buClr>
              <a:buSzPts val="1400"/>
              <a:buChar char="○"/>
              <a:defRPr>
                <a:solidFill>
                  <a:schemeClr val="lt1"/>
                </a:solidFill>
              </a:defRPr>
            </a:lvl8pPr>
            <a:lvl9pPr marL="4114800" lvl="8" indent="-317500" algn="ctr">
              <a:spcBef>
                <a:spcPts val="0"/>
              </a:spcBef>
              <a:spcAft>
                <a:spcPts val="0"/>
              </a:spcAft>
              <a:buClr>
                <a:schemeClr val="lt1"/>
              </a:buClr>
              <a:buSzPts val="1400"/>
              <a:buChar char="■"/>
              <a:defRPr>
                <a:solidFill>
                  <a:schemeClr val="lt1"/>
                </a:solidFill>
              </a:defRPr>
            </a:lvl9pPr>
          </a:lstStyle>
          <a:p>
            <a:endParaRPr/>
          </a:p>
        </p:txBody>
      </p:sp>
      <p:sp>
        <p:nvSpPr>
          <p:cNvPr id="78" name="Google Shape;78;p11"/>
          <p:cNvSpPr txBox="1">
            <a:spLocks noGrp="1"/>
          </p:cNvSpPr>
          <p:nvPr>
            <p:ph type="sldNum" idx="12"/>
          </p:nvPr>
        </p:nvSpPr>
        <p:spPr>
          <a:xfrm>
            <a:off x="8460431" y="4651190"/>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79"/>
        <p:cNvGrpSpPr/>
        <p:nvPr/>
      </p:nvGrpSpPr>
      <p:grpSpPr>
        <a:xfrm>
          <a:off x="0" y="0"/>
          <a:ext cx="0" cy="0"/>
          <a:chOff x="0" y="0"/>
          <a:chExt cx="0" cy="0"/>
        </a:xfrm>
      </p:grpSpPr>
      <p:sp>
        <p:nvSpPr>
          <p:cNvPr id="80" name="Google Shape;80;p12"/>
          <p:cNvSpPr txBox="1">
            <a:spLocks noGrp="1"/>
          </p:cNvSpPr>
          <p:nvPr>
            <p:ph type="sldNum" idx="12"/>
          </p:nvPr>
        </p:nvSpPr>
        <p:spPr>
          <a:xfrm>
            <a:off x="8460431" y="4651190"/>
            <a:ext cx="548700" cy="393600"/>
          </a:xfrm>
          <a:prstGeom prst="rect">
            <a:avLst/>
          </a:prstGeom>
        </p:spPr>
        <p:txBody>
          <a:bodyPr spcFirstLastPara="1" wrap="square" lIns="91425" tIns="91425" rIns="91425" bIns="91425" anchor="ctr" anchorCtr="0">
            <a:normAutofit/>
          </a:bodyPr>
          <a:lstStyle>
            <a:lvl1pPr lvl="0">
              <a:buNone/>
              <a:defRPr>
                <a:solidFill>
                  <a:schemeClr val="dk2"/>
                </a:solidFill>
              </a:defRPr>
            </a:lvl1pPr>
            <a:lvl2pPr lvl="1">
              <a:buNone/>
              <a:defRPr>
                <a:solidFill>
                  <a:schemeClr val="dk2"/>
                </a:solidFill>
              </a:defRPr>
            </a:lvl2pPr>
            <a:lvl3pPr lvl="2">
              <a:buNone/>
              <a:defRPr>
                <a:solidFill>
                  <a:schemeClr val="dk2"/>
                </a:solidFill>
              </a:defRPr>
            </a:lvl3pPr>
            <a:lvl4pPr lvl="3">
              <a:buNone/>
              <a:defRPr>
                <a:solidFill>
                  <a:schemeClr val="dk2"/>
                </a:solidFill>
              </a:defRPr>
            </a:lvl4pPr>
            <a:lvl5pPr lvl="4">
              <a:buNone/>
              <a:defRPr>
                <a:solidFill>
                  <a:schemeClr val="dk2"/>
                </a:solidFill>
              </a:defRPr>
            </a:lvl5pPr>
            <a:lvl6pPr lvl="5">
              <a:buNone/>
              <a:defRPr>
                <a:solidFill>
                  <a:schemeClr val="dk2"/>
                </a:solidFill>
              </a:defRPr>
            </a:lvl6pPr>
            <a:lvl7pPr lvl="6">
              <a:buNone/>
              <a:defRPr>
                <a:solidFill>
                  <a:schemeClr val="dk2"/>
                </a:solidFill>
              </a:defRPr>
            </a:lvl7pPr>
            <a:lvl8pPr lvl="7">
              <a:buNone/>
              <a:defRPr>
                <a:solidFill>
                  <a:schemeClr val="dk2"/>
                </a:solidFill>
              </a:defRPr>
            </a:lvl8pPr>
            <a:lvl9pPr lvl="8">
              <a:buNone/>
              <a:defRPr>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geometric">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10000"/>
            <a:ext cx="8520600" cy="6078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1pPr>
            <a:lvl2pPr lvl="1">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2pPr>
            <a:lvl3pPr lvl="2">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3pPr>
            <a:lvl4pPr lvl="3">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4pPr>
            <a:lvl5pPr lvl="4">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5pPr>
            <a:lvl6pPr lvl="5">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6pPr>
            <a:lvl7pPr lvl="6">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7pPr>
            <a:lvl8pPr lvl="7">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8pPr>
            <a:lvl9pPr lvl="8">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9pPr>
          </a:lstStyle>
          <a:p>
            <a:endParaRPr/>
          </a:p>
        </p:txBody>
      </p:sp>
      <p:sp>
        <p:nvSpPr>
          <p:cNvPr id="7" name="Google Shape;7;p1"/>
          <p:cNvSpPr txBox="1">
            <a:spLocks noGrp="1"/>
          </p:cNvSpPr>
          <p:nvPr>
            <p:ph type="body" idx="1"/>
          </p:nvPr>
        </p:nvSpPr>
        <p:spPr>
          <a:xfrm>
            <a:off x="311700" y="1229875"/>
            <a:ext cx="8520600" cy="33390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Font typeface="Roboto"/>
              <a:buChar char="●"/>
              <a:defRPr sz="1800">
                <a:solidFill>
                  <a:schemeClr val="dk2"/>
                </a:solidFill>
                <a:latin typeface="Roboto"/>
                <a:ea typeface="Roboto"/>
                <a:cs typeface="Roboto"/>
                <a:sym typeface="Roboto"/>
              </a:defRPr>
            </a:lvl1pPr>
            <a:lvl2pPr marL="914400" lvl="1" indent="-317500">
              <a:lnSpc>
                <a:spcPct val="115000"/>
              </a:lnSpc>
              <a:spcBef>
                <a:spcPts val="0"/>
              </a:spcBef>
              <a:spcAft>
                <a:spcPts val="0"/>
              </a:spcAft>
              <a:buClr>
                <a:schemeClr val="dk2"/>
              </a:buClr>
              <a:buSzPts val="1400"/>
              <a:buFont typeface="Roboto"/>
              <a:buChar char="○"/>
              <a:defRPr>
                <a:solidFill>
                  <a:schemeClr val="dk2"/>
                </a:solidFill>
                <a:latin typeface="Roboto"/>
                <a:ea typeface="Roboto"/>
                <a:cs typeface="Roboto"/>
                <a:sym typeface="Roboto"/>
              </a:defRPr>
            </a:lvl2pPr>
            <a:lvl3pPr marL="1371600" lvl="2" indent="-317500">
              <a:lnSpc>
                <a:spcPct val="115000"/>
              </a:lnSpc>
              <a:spcBef>
                <a:spcPts val="0"/>
              </a:spcBef>
              <a:spcAft>
                <a:spcPts val="0"/>
              </a:spcAft>
              <a:buClr>
                <a:schemeClr val="dk2"/>
              </a:buClr>
              <a:buSzPts val="1400"/>
              <a:buFont typeface="Roboto"/>
              <a:buChar char="■"/>
              <a:defRPr>
                <a:solidFill>
                  <a:schemeClr val="dk2"/>
                </a:solidFill>
                <a:latin typeface="Roboto"/>
                <a:ea typeface="Roboto"/>
                <a:cs typeface="Roboto"/>
                <a:sym typeface="Roboto"/>
              </a:defRPr>
            </a:lvl3pPr>
            <a:lvl4pPr marL="1828800" lvl="3" indent="-317500">
              <a:lnSpc>
                <a:spcPct val="115000"/>
              </a:lnSpc>
              <a:spcBef>
                <a:spcPts val="0"/>
              </a:spcBef>
              <a:spcAft>
                <a:spcPts val="0"/>
              </a:spcAft>
              <a:buClr>
                <a:schemeClr val="dk2"/>
              </a:buClr>
              <a:buSzPts val="1400"/>
              <a:buFont typeface="Roboto"/>
              <a:buChar char="●"/>
              <a:defRPr>
                <a:solidFill>
                  <a:schemeClr val="dk2"/>
                </a:solidFill>
                <a:latin typeface="Roboto"/>
                <a:ea typeface="Roboto"/>
                <a:cs typeface="Roboto"/>
                <a:sym typeface="Roboto"/>
              </a:defRPr>
            </a:lvl4pPr>
            <a:lvl5pPr marL="2286000" lvl="4" indent="-317500">
              <a:lnSpc>
                <a:spcPct val="115000"/>
              </a:lnSpc>
              <a:spcBef>
                <a:spcPts val="0"/>
              </a:spcBef>
              <a:spcAft>
                <a:spcPts val="0"/>
              </a:spcAft>
              <a:buClr>
                <a:schemeClr val="dk2"/>
              </a:buClr>
              <a:buSzPts val="1400"/>
              <a:buFont typeface="Roboto"/>
              <a:buChar char="○"/>
              <a:defRPr>
                <a:solidFill>
                  <a:schemeClr val="dk2"/>
                </a:solidFill>
                <a:latin typeface="Roboto"/>
                <a:ea typeface="Roboto"/>
                <a:cs typeface="Roboto"/>
                <a:sym typeface="Roboto"/>
              </a:defRPr>
            </a:lvl5pPr>
            <a:lvl6pPr marL="2743200" lvl="5" indent="-317500">
              <a:lnSpc>
                <a:spcPct val="115000"/>
              </a:lnSpc>
              <a:spcBef>
                <a:spcPts val="0"/>
              </a:spcBef>
              <a:spcAft>
                <a:spcPts val="0"/>
              </a:spcAft>
              <a:buClr>
                <a:schemeClr val="dk2"/>
              </a:buClr>
              <a:buSzPts val="1400"/>
              <a:buFont typeface="Roboto"/>
              <a:buChar char="■"/>
              <a:defRPr>
                <a:solidFill>
                  <a:schemeClr val="dk2"/>
                </a:solidFill>
                <a:latin typeface="Roboto"/>
                <a:ea typeface="Roboto"/>
                <a:cs typeface="Roboto"/>
                <a:sym typeface="Roboto"/>
              </a:defRPr>
            </a:lvl6pPr>
            <a:lvl7pPr marL="3200400" lvl="6" indent="-317500">
              <a:lnSpc>
                <a:spcPct val="115000"/>
              </a:lnSpc>
              <a:spcBef>
                <a:spcPts val="0"/>
              </a:spcBef>
              <a:spcAft>
                <a:spcPts val="0"/>
              </a:spcAft>
              <a:buClr>
                <a:schemeClr val="dk2"/>
              </a:buClr>
              <a:buSzPts val="1400"/>
              <a:buFont typeface="Roboto"/>
              <a:buChar char="●"/>
              <a:defRPr>
                <a:solidFill>
                  <a:schemeClr val="dk2"/>
                </a:solidFill>
                <a:latin typeface="Roboto"/>
                <a:ea typeface="Roboto"/>
                <a:cs typeface="Roboto"/>
                <a:sym typeface="Roboto"/>
              </a:defRPr>
            </a:lvl7pPr>
            <a:lvl8pPr marL="3657600" lvl="7" indent="-317500">
              <a:lnSpc>
                <a:spcPct val="115000"/>
              </a:lnSpc>
              <a:spcBef>
                <a:spcPts val="0"/>
              </a:spcBef>
              <a:spcAft>
                <a:spcPts val="0"/>
              </a:spcAft>
              <a:buClr>
                <a:schemeClr val="dk2"/>
              </a:buClr>
              <a:buSzPts val="1400"/>
              <a:buFont typeface="Roboto"/>
              <a:buChar char="○"/>
              <a:defRPr>
                <a:solidFill>
                  <a:schemeClr val="dk2"/>
                </a:solidFill>
                <a:latin typeface="Roboto"/>
                <a:ea typeface="Roboto"/>
                <a:cs typeface="Roboto"/>
                <a:sym typeface="Roboto"/>
              </a:defRPr>
            </a:lvl8pPr>
            <a:lvl9pPr marL="4114800" lvl="8" indent="-317500">
              <a:lnSpc>
                <a:spcPct val="115000"/>
              </a:lnSpc>
              <a:spcBef>
                <a:spcPts val="0"/>
              </a:spcBef>
              <a:spcAft>
                <a:spcPts val="0"/>
              </a:spcAft>
              <a:buClr>
                <a:schemeClr val="dk2"/>
              </a:buClr>
              <a:buSzPts val="1400"/>
              <a:buFont typeface="Roboto"/>
              <a:buChar char="■"/>
              <a:defRPr>
                <a:solidFill>
                  <a:schemeClr val="dk2"/>
                </a:solidFill>
                <a:latin typeface="Roboto"/>
                <a:ea typeface="Roboto"/>
                <a:cs typeface="Roboto"/>
                <a:sym typeface="Roboto"/>
              </a:defRPr>
            </a:lvl9pPr>
          </a:lstStyle>
          <a:p>
            <a:endParaRPr/>
          </a:p>
        </p:txBody>
      </p:sp>
      <p:sp>
        <p:nvSpPr>
          <p:cNvPr id="8" name="Google Shape;8;p1"/>
          <p:cNvSpPr txBox="1">
            <a:spLocks noGrp="1"/>
          </p:cNvSpPr>
          <p:nvPr>
            <p:ph type="sldNum" idx="12"/>
          </p:nvPr>
        </p:nvSpPr>
        <p:spPr>
          <a:xfrm>
            <a:off x="8460431" y="4651190"/>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lt1"/>
                </a:solidFill>
                <a:latin typeface="Roboto"/>
                <a:ea typeface="Roboto"/>
                <a:cs typeface="Roboto"/>
                <a:sym typeface="Roboto"/>
              </a:defRPr>
            </a:lvl1pPr>
            <a:lvl2pPr lvl="1" algn="r">
              <a:buNone/>
              <a:defRPr sz="1000">
                <a:solidFill>
                  <a:schemeClr val="lt1"/>
                </a:solidFill>
                <a:latin typeface="Roboto"/>
                <a:ea typeface="Roboto"/>
                <a:cs typeface="Roboto"/>
                <a:sym typeface="Roboto"/>
              </a:defRPr>
            </a:lvl2pPr>
            <a:lvl3pPr lvl="2" algn="r">
              <a:buNone/>
              <a:defRPr sz="1000">
                <a:solidFill>
                  <a:schemeClr val="lt1"/>
                </a:solidFill>
                <a:latin typeface="Roboto"/>
                <a:ea typeface="Roboto"/>
                <a:cs typeface="Roboto"/>
                <a:sym typeface="Roboto"/>
              </a:defRPr>
            </a:lvl3pPr>
            <a:lvl4pPr lvl="3" algn="r">
              <a:buNone/>
              <a:defRPr sz="1000">
                <a:solidFill>
                  <a:schemeClr val="lt1"/>
                </a:solidFill>
                <a:latin typeface="Roboto"/>
                <a:ea typeface="Roboto"/>
                <a:cs typeface="Roboto"/>
                <a:sym typeface="Roboto"/>
              </a:defRPr>
            </a:lvl4pPr>
            <a:lvl5pPr lvl="4" algn="r">
              <a:buNone/>
              <a:defRPr sz="1000">
                <a:solidFill>
                  <a:schemeClr val="lt1"/>
                </a:solidFill>
                <a:latin typeface="Roboto"/>
                <a:ea typeface="Roboto"/>
                <a:cs typeface="Roboto"/>
                <a:sym typeface="Roboto"/>
              </a:defRPr>
            </a:lvl5pPr>
            <a:lvl6pPr lvl="5" algn="r">
              <a:buNone/>
              <a:defRPr sz="1000">
                <a:solidFill>
                  <a:schemeClr val="lt1"/>
                </a:solidFill>
                <a:latin typeface="Roboto"/>
                <a:ea typeface="Roboto"/>
                <a:cs typeface="Roboto"/>
                <a:sym typeface="Roboto"/>
              </a:defRPr>
            </a:lvl6pPr>
            <a:lvl7pPr lvl="6" algn="r">
              <a:buNone/>
              <a:defRPr sz="1000">
                <a:solidFill>
                  <a:schemeClr val="lt1"/>
                </a:solidFill>
                <a:latin typeface="Roboto"/>
                <a:ea typeface="Roboto"/>
                <a:cs typeface="Roboto"/>
                <a:sym typeface="Roboto"/>
              </a:defRPr>
            </a:lvl7pPr>
            <a:lvl8pPr lvl="7" algn="r">
              <a:buNone/>
              <a:defRPr sz="1000">
                <a:solidFill>
                  <a:schemeClr val="lt1"/>
                </a:solidFill>
                <a:latin typeface="Roboto"/>
                <a:ea typeface="Roboto"/>
                <a:cs typeface="Roboto"/>
                <a:sym typeface="Roboto"/>
              </a:defRPr>
            </a:lvl8pPr>
            <a:lvl9pPr lvl="8" algn="r">
              <a:buNone/>
              <a:defRPr sz="1000">
                <a:solidFill>
                  <a:schemeClr val="l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image" Target="../media/image5.jpg"/><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4"/>
        <p:cNvGrpSpPr/>
        <p:nvPr/>
      </p:nvGrpSpPr>
      <p:grpSpPr>
        <a:xfrm>
          <a:off x="0" y="0"/>
          <a:ext cx="0" cy="0"/>
          <a:chOff x="0" y="0"/>
          <a:chExt cx="0" cy="0"/>
        </a:xfrm>
      </p:grpSpPr>
      <p:sp>
        <p:nvSpPr>
          <p:cNvPr id="85" name="Google Shape;85;p13"/>
          <p:cNvSpPr txBox="1">
            <a:spLocks noGrp="1"/>
          </p:cNvSpPr>
          <p:nvPr>
            <p:ph type="ctrTitle"/>
          </p:nvPr>
        </p:nvSpPr>
        <p:spPr>
          <a:xfrm>
            <a:off x="439478" y="1595535"/>
            <a:ext cx="8222100" cy="1744824"/>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SzPts val="990"/>
              <a:buNone/>
            </a:pPr>
            <a:r>
              <a:rPr lang="en-US" sz="3280" b="1" dirty="0" smtClean="0"/>
              <a:t>MACHINE LEARNING MODELS</a:t>
            </a:r>
            <a:br>
              <a:rPr lang="en-US" sz="3280" b="1" dirty="0" smtClean="0"/>
            </a:br>
            <a:r>
              <a:rPr lang="en-US" sz="3280" b="1" dirty="0" smtClean="0"/>
              <a:t>EVALUATION METRICS / FUNCTIONS</a:t>
            </a:r>
            <a:endParaRPr sz="3280" b="1" dirty="0"/>
          </a:p>
        </p:txBody>
      </p:sp>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02"/>
        <p:cNvGrpSpPr/>
        <p:nvPr/>
      </p:nvGrpSpPr>
      <p:grpSpPr>
        <a:xfrm>
          <a:off x="0" y="0"/>
          <a:ext cx="0" cy="0"/>
          <a:chOff x="0" y="0"/>
          <a:chExt cx="0" cy="0"/>
        </a:xfrm>
      </p:grpSpPr>
      <p:sp>
        <p:nvSpPr>
          <p:cNvPr id="103" name="Google Shape;103;p16"/>
          <p:cNvSpPr txBox="1">
            <a:spLocks noGrp="1"/>
          </p:cNvSpPr>
          <p:nvPr>
            <p:ph type="title"/>
          </p:nvPr>
        </p:nvSpPr>
        <p:spPr>
          <a:xfrm>
            <a:off x="0" y="3650"/>
            <a:ext cx="9144000" cy="523232"/>
          </a:xfrm>
          <a:prstGeom prst="rect">
            <a:avLst/>
          </a:prstGeom>
        </p:spPr>
        <p:txBody>
          <a:bodyPr spcFirstLastPara="1" wrap="square" lIns="91425" tIns="91425" rIns="91425" bIns="91425" anchor="t" anchorCtr="0">
            <a:noAutofit/>
          </a:bodyPr>
          <a:lstStyle/>
          <a:p>
            <a:pPr algn="ctr"/>
            <a:r>
              <a:rPr lang="en-US" sz="2400" b="1" dirty="0" smtClean="0"/>
              <a:t> </a:t>
            </a:r>
            <a:r>
              <a:rPr lang="en-US" sz="2400" b="1" dirty="0"/>
              <a:t>Evaluation Metrics for Classification Models</a:t>
            </a:r>
          </a:p>
        </p:txBody>
      </p:sp>
      <p:sp>
        <p:nvSpPr>
          <p:cNvPr id="7" name="Google Shape;77;g258990b3369_0_16"/>
          <p:cNvSpPr txBox="1">
            <a:spLocks noGrp="1"/>
          </p:cNvSpPr>
          <p:nvPr>
            <p:ph type="body" idx="1"/>
          </p:nvPr>
        </p:nvSpPr>
        <p:spPr>
          <a:xfrm>
            <a:off x="201341" y="575087"/>
            <a:ext cx="8650800" cy="3558374"/>
          </a:xfrm>
          <a:prstGeom prst="rect">
            <a:avLst/>
          </a:prstGeom>
        </p:spPr>
        <p:txBody>
          <a:bodyPr spcFirstLastPara="1" wrap="square" lIns="91425" tIns="91425" rIns="91425" bIns="91425" anchor="t" anchorCtr="0">
            <a:normAutofit/>
          </a:bodyPr>
          <a:lstStyle/>
          <a:p>
            <a:pPr marL="114300" indent="0">
              <a:buNone/>
            </a:pPr>
            <a:r>
              <a:rPr lang="en-US" b="1" dirty="0">
                <a:solidFill>
                  <a:schemeClr val="tx1"/>
                </a:solidFill>
              </a:rPr>
              <a:t>When to Use Accuracy</a:t>
            </a:r>
            <a:endParaRPr lang="en-US" dirty="0">
              <a:solidFill>
                <a:schemeClr val="tx1"/>
              </a:solidFill>
            </a:endParaRPr>
          </a:p>
          <a:p>
            <a:r>
              <a:rPr lang="en-US" b="1" dirty="0">
                <a:solidFill>
                  <a:schemeClr val="tx1"/>
                </a:solidFill>
              </a:rPr>
              <a:t>Balanced datasets</a:t>
            </a:r>
            <a:r>
              <a:rPr lang="en-US" dirty="0">
                <a:solidFill>
                  <a:schemeClr val="tx1"/>
                </a:solidFill>
              </a:rPr>
              <a:t>: When classes are roughly equal in size.</a:t>
            </a:r>
          </a:p>
          <a:p>
            <a:r>
              <a:rPr lang="en-US" b="1" dirty="0">
                <a:solidFill>
                  <a:schemeClr val="tx1"/>
                </a:solidFill>
              </a:rPr>
              <a:t>Simple benchmarks</a:t>
            </a:r>
            <a:r>
              <a:rPr lang="en-US" dirty="0">
                <a:solidFill>
                  <a:schemeClr val="tx1"/>
                </a:solidFill>
              </a:rPr>
              <a:t>: Quick evaluation of model performance</a:t>
            </a:r>
            <a:r>
              <a:rPr lang="en-US" dirty="0" smtClean="0">
                <a:solidFill>
                  <a:schemeClr val="tx1"/>
                </a:solidFill>
              </a:rPr>
              <a:t>.</a:t>
            </a:r>
          </a:p>
          <a:p>
            <a:pPr marL="114300" indent="0">
              <a:buNone/>
            </a:pPr>
            <a:endParaRPr lang="en-US" dirty="0">
              <a:solidFill>
                <a:schemeClr val="tx1"/>
              </a:solidFill>
            </a:endParaRPr>
          </a:p>
          <a:p>
            <a:pPr marL="114300" indent="0">
              <a:buNone/>
            </a:pPr>
            <a:r>
              <a:rPr lang="en-US" b="1" dirty="0">
                <a:solidFill>
                  <a:schemeClr val="tx1"/>
                </a:solidFill>
              </a:rPr>
              <a:t>When to Avoid Accuracy</a:t>
            </a:r>
            <a:endParaRPr lang="en-US" dirty="0">
              <a:solidFill>
                <a:schemeClr val="tx1"/>
              </a:solidFill>
            </a:endParaRPr>
          </a:p>
          <a:p>
            <a:r>
              <a:rPr lang="en-US" b="1" dirty="0">
                <a:solidFill>
                  <a:schemeClr val="tx1"/>
                </a:solidFill>
              </a:rPr>
              <a:t>Imbalanced datasets</a:t>
            </a:r>
            <a:r>
              <a:rPr lang="en-US" dirty="0">
                <a:solidFill>
                  <a:schemeClr val="tx1"/>
                </a:solidFill>
              </a:rPr>
              <a:t>: For example, if 95% of examples are negative, a model that always predicts negative will have 95% accuracy but is useless.</a:t>
            </a:r>
          </a:p>
          <a:p>
            <a:r>
              <a:rPr lang="en-US" b="1" dirty="0">
                <a:solidFill>
                  <a:schemeClr val="tx1"/>
                </a:solidFill>
              </a:rPr>
              <a:t>Cost-sensitive scenarios</a:t>
            </a:r>
            <a:r>
              <a:rPr lang="en-US" dirty="0">
                <a:solidFill>
                  <a:schemeClr val="tx1"/>
                </a:solidFill>
              </a:rPr>
              <a:t>: When false positives and false negatives have different consequences (e.g., medical testing).</a:t>
            </a:r>
          </a:p>
        </p:txBody>
      </p:sp>
    </p:spTree>
    <p:extLst>
      <p:ext uri="{BB962C8B-B14F-4D97-AF65-F5344CB8AC3E}">
        <p14:creationId xmlns:p14="http://schemas.microsoft.com/office/powerpoint/2010/main" val="730423470"/>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2"/>
        <p:cNvGrpSpPr/>
        <p:nvPr/>
      </p:nvGrpSpPr>
      <p:grpSpPr>
        <a:xfrm>
          <a:off x="0" y="0"/>
          <a:ext cx="0" cy="0"/>
          <a:chOff x="0" y="0"/>
          <a:chExt cx="0" cy="0"/>
        </a:xfrm>
      </p:grpSpPr>
      <p:sp>
        <p:nvSpPr>
          <p:cNvPr id="103" name="Google Shape;103;p16"/>
          <p:cNvSpPr txBox="1">
            <a:spLocks noGrp="1"/>
          </p:cNvSpPr>
          <p:nvPr>
            <p:ph type="title"/>
          </p:nvPr>
        </p:nvSpPr>
        <p:spPr>
          <a:xfrm>
            <a:off x="0" y="3650"/>
            <a:ext cx="9144000" cy="523232"/>
          </a:xfrm>
          <a:prstGeom prst="rect">
            <a:avLst/>
          </a:prstGeom>
        </p:spPr>
        <p:txBody>
          <a:bodyPr spcFirstLastPara="1" wrap="square" lIns="91425" tIns="91425" rIns="91425" bIns="91425" anchor="t" anchorCtr="0">
            <a:noAutofit/>
          </a:bodyPr>
          <a:lstStyle/>
          <a:p>
            <a:pPr algn="ctr"/>
            <a:r>
              <a:rPr lang="en-US" sz="2400" b="1" dirty="0" smtClean="0"/>
              <a:t> </a:t>
            </a:r>
            <a:r>
              <a:rPr lang="en-US" sz="2400" b="1" dirty="0"/>
              <a:t>Evaluation Metrics for Classification Models</a:t>
            </a:r>
          </a:p>
        </p:txBody>
      </p:sp>
      <p:sp>
        <p:nvSpPr>
          <p:cNvPr id="7" name="Google Shape;77;g258990b3369_0_16"/>
          <p:cNvSpPr txBox="1">
            <a:spLocks noGrp="1"/>
          </p:cNvSpPr>
          <p:nvPr>
            <p:ph type="body" idx="1"/>
          </p:nvPr>
        </p:nvSpPr>
        <p:spPr>
          <a:xfrm>
            <a:off x="201341" y="575087"/>
            <a:ext cx="8650800" cy="3558374"/>
          </a:xfrm>
          <a:prstGeom prst="rect">
            <a:avLst/>
          </a:prstGeom>
        </p:spPr>
        <p:txBody>
          <a:bodyPr spcFirstLastPara="1" wrap="square" lIns="91425" tIns="91425" rIns="91425" bIns="91425" anchor="t" anchorCtr="0">
            <a:normAutofit/>
          </a:bodyPr>
          <a:lstStyle/>
          <a:p>
            <a:pPr marL="114300" indent="0">
              <a:buNone/>
            </a:pPr>
            <a:r>
              <a:rPr lang="en-US" sz="2000" b="1" dirty="0" smtClean="0">
                <a:solidFill>
                  <a:schemeClr val="tx1"/>
                </a:solidFill>
              </a:rPr>
              <a:t>Accuracy: </a:t>
            </a:r>
            <a:r>
              <a:rPr lang="en-US" sz="2000" dirty="0" smtClean="0">
                <a:solidFill>
                  <a:schemeClr val="tx1"/>
                </a:solidFill>
              </a:rPr>
              <a:t>Accuracy </a:t>
            </a:r>
            <a:r>
              <a:rPr lang="en-US" sz="2000" dirty="0">
                <a:solidFill>
                  <a:schemeClr val="tx1"/>
                </a:solidFill>
              </a:rPr>
              <a:t>is the ratio of correctly predicted instances to the total instances. It is a simple metric but can be misleading in imbalanced </a:t>
            </a:r>
            <a:r>
              <a:rPr lang="en-US" sz="2000" dirty="0" smtClean="0">
                <a:solidFill>
                  <a:schemeClr val="tx1"/>
                </a:solidFill>
              </a:rPr>
              <a:t>datasets.</a:t>
            </a:r>
          </a:p>
          <a:p>
            <a:pPr marL="114300" indent="0">
              <a:buNone/>
            </a:pPr>
            <a:endParaRPr lang="en-US" sz="2000" dirty="0" smtClean="0">
              <a:solidFill>
                <a:schemeClr val="tx1"/>
              </a:solidFill>
            </a:endParaRPr>
          </a:p>
          <a:p>
            <a:pPr marL="114300" indent="0">
              <a:buNone/>
            </a:pPr>
            <a:endParaRPr lang="en-US" sz="2000" dirty="0">
              <a:solidFill>
                <a:schemeClr val="tx1"/>
              </a:solidFill>
            </a:endParaRPr>
          </a:p>
          <a:p>
            <a:pPr marL="114300" indent="0">
              <a:buNone/>
            </a:pPr>
            <a:endParaRPr lang="en-US" sz="2000" dirty="0"/>
          </a:p>
        </p:txBody>
      </p:sp>
      <p:pic>
        <p:nvPicPr>
          <p:cNvPr id="2" name="Picture 1"/>
          <p:cNvPicPr>
            <a:picLocks noChangeAspect="1"/>
          </p:cNvPicPr>
          <p:nvPr/>
        </p:nvPicPr>
        <p:blipFill>
          <a:blip r:embed="rId3"/>
          <a:stretch>
            <a:fillRect/>
          </a:stretch>
        </p:blipFill>
        <p:spPr>
          <a:xfrm>
            <a:off x="1323975" y="1813301"/>
            <a:ext cx="6496050" cy="2362200"/>
          </a:xfrm>
          <a:prstGeom prst="rect">
            <a:avLst/>
          </a:prstGeom>
        </p:spPr>
      </p:pic>
    </p:spTree>
    <p:extLst>
      <p:ext uri="{BB962C8B-B14F-4D97-AF65-F5344CB8AC3E}">
        <p14:creationId xmlns:p14="http://schemas.microsoft.com/office/powerpoint/2010/main" val="3162328535"/>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2"/>
        <p:cNvGrpSpPr/>
        <p:nvPr/>
      </p:nvGrpSpPr>
      <p:grpSpPr>
        <a:xfrm>
          <a:off x="0" y="0"/>
          <a:ext cx="0" cy="0"/>
          <a:chOff x="0" y="0"/>
          <a:chExt cx="0" cy="0"/>
        </a:xfrm>
      </p:grpSpPr>
      <p:sp>
        <p:nvSpPr>
          <p:cNvPr id="103" name="Google Shape;103;p16"/>
          <p:cNvSpPr txBox="1">
            <a:spLocks noGrp="1"/>
          </p:cNvSpPr>
          <p:nvPr>
            <p:ph type="title"/>
          </p:nvPr>
        </p:nvSpPr>
        <p:spPr>
          <a:xfrm>
            <a:off x="0" y="3650"/>
            <a:ext cx="9144000" cy="523232"/>
          </a:xfrm>
          <a:prstGeom prst="rect">
            <a:avLst/>
          </a:prstGeom>
        </p:spPr>
        <p:txBody>
          <a:bodyPr spcFirstLastPara="1" wrap="square" lIns="91425" tIns="91425" rIns="91425" bIns="91425" anchor="t" anchorCtr="0">
            <a:noAutofit/>
          </a:bodyPr>
          <a:lstStyle/>
          <a:p>
            <a:pPr algn="ctr"/>
            <a:r>
              <a:rPr lang="en-US" sz="2400" b="1" dirty="0" smtClean="0"/>
              <a:t> </a:t>
            </a:r>
            <a:r>
              <a:rPr lang="en-US" sz="2400" b="1" dirty="0"/>
              <a:t>Evaluation Metrics for Classification Models</a:t>
            </a:r>
          </a:p>
        </p:txBody>
      </p:sp>
      <p:sp>
        <p:nvSpPr>
          <p:cNvPr id="7" name="Google Shape;77;g258990b3369_0_16"/>
          <p:cNvSpPr txBox="1">
            <a:spLocks noGrp="1"/>
          </p:cNvSpPr>
          <p:nvPr>
            <p:ph type="body" idx="1"/>
          </p:nvPr>
        </p:nvSpPr>
        <p:spPr>
          <a:xfrm>
            <a:off x="201341" y="575087"/>
            <a:ext cx="8650800" cy="4192856"/>
          </a:xfrm>
          <a:prstGeom prst="rect">
            <a:avLst/>
          </a:prstGeom>
        </p:spPr>
        <p:txBody>
          <a:bodyPr spcFirstLastPara="1" wrap="square" lIns="91425" tIns="91425" rIns="91425" bIns="91425" anchor="t" anchorCtr="0">
            <a:normAutofit/>
          </a:bodyPr>
          <a:lstStyle/>
          <a:p>
            <a:pPr marL="114300" indent="0">
              <a:buNone/>
            </a:pPr>
            <a:r>
              <a:rPr lang="en-US" sz="2000" b="1" dirty="0" smtClean="0">
                <a:solidFill>
                  <a:schemeClr val="tx1"/>
                </a:solidFill>
              </a:rPr>
              <a:t>Precision:</a:t>
            </a:r>
            <a:r>
              <a:rPr lang="en-US" sz="2000" dirty="0" smtClean="0">
                <a:solidFill>
                  <a:schemeClr val="tx1"/>
                </a:solidFill>
              </a:rPr>
              <a:t> </a:t>
            </a:r>
            <a:r>
              <a:rPr lang="en-US" sz="2000" dirty="0">
                <a:solidFill>
                  <a:schemeClr val="tx1"/>
                </a:solidFill>
              </a:rPr>
              <a:t>The ratio of true positives to the sum of true positives and false positives. It answers how many selected items are relevant</a:t>
            </a:r>
            <a:r>
              <a:rPr lang="en-US" sz="2000" dirty="0" smtClean="0">
                <a:solidFill>
                  <a:schemeClr val="tx1"/>
                </a:solidFill>
              </a:rPr>
              <a:t>.</a:t>
            </a:r>
          </a:p>
          <a:p>
            <a:pPr marL="114300" indent="0">
              <a:buNone/>
            </a:pPr>
            <a:endParaRPr lang="en-US" sz="2000" dirty="0">
              <a:solidFill>
                <a:schemeClr val="tx1"/>
              </a:solidFill>
            </a:endParaRPr>
          </a:p>
          <a:p>
            <a:pPr marL="114300" indent="0">
              <a:buNone/>
            </a:pPr>
            <a:endParaRPr lang="en-US" sz="2000" dirty="0" smtClean="0">
              <a:solidFill>
                <a:schemeClr val="tx1"/>
              </a:solidFill>
            </a:endParaRPr>
          </a:p>
          <a:p>
            <a:pPr marL="114300" indent="0">
              <a:buNone/>
            </a:pPr>
            <a:endParaRPr lang="en-US" sz="2000" dirty="0">
              <a:solidFill>
                <a:schemeClr val="tx1"/>
              </a:solidFill>
            </a:endParaRPr>
          </a:p>
          <a:p>
            <a:pPr marL="114300" indent="0">
              <a:buNone/>
            </a:pPr>
            <a:endParaRPr lang="en-US" sz="2000" dirty="0" smtClean="0">
              <a:solidFill>
                <a:schemeClr val="tx1"/>
              </a:solidFill>
            </a:endParaRPr>
          </a:p>
          <a:p>
            <a:pPr marL="114300" indent="0">
              <a:buNone/>
            </a:pPr>
            <a:r>
              <a:rPr lang="en-US" b="1" dirty="0">
                <a:solidFill>
                  <a:schemeClr val="tx1"/>
                </a:solidFill>
              </a:rPr>
              <a:t>Interpretation</a:t>
            </a:r>
            <a:r>
              <a:rPr lang="en-US" dirty="0">
                <a:solidFill>
                  <a:schemeClr val="tx1"/>
                </a:solidFill>
              </a:rPr>
              <a:t>:</a:t>
            </a:r>
          </a:p>
          <a:p>
            <a:r>
              <a:rPr lang="en-US" b="1" dirty="0">
                <a:solidFill>
                  <a:schemeClr val="tx1"/>
                </a:solidFill>
              </a:rPr>
              <a:t>True Positives (TP):</a:t>
            </a:r>
            <a:r>
              <a:rPr lang="en-US" dirty="0">
                <a:solidFill>
                  <a:schemeClr val="tx1"/>
                </a:solidFill>
              </a:rPr>
              <a:t> Correctly predicted positive cases.</a:t>
            </a:r>
          </a:p>
          <a:p>
            <a:r>
              <a:rPr lang="en-US" b="1" dirty="0">
                <a:solidFill>
                  <a:schemeClr val="tx1"/>
                </a:solidFill>
              </a:rPr>
              <a:t>False Positives (FP):</a:t>
            </a:r>
            <a:r>
              <a:rPr lang="en-US" dirty="0">
                <a:solidFill>
                  <a:schemeClr val="tx1"/>
                </a:solidFill>
              </a:rPr>
              <a:t> Negative cases incorrectly predicted as positive (Type I Error).</a:t>
            </a:r>
          </a:p>
          <a:p>
            <a:r>
              <a:rPr lang="en-US" b="1" dirty="0">
                <a:solidFill>
                  <a:schemeClr val="tx1"/>
                </a:solidFill>
              </a:rPr>
              <a:t>Precision</a:t>
            </a:r>
            <a:r>
              <a:rPr lang="en-US" dirty="0">
                <a:solidFill>
                  <a:schemeClr val="tx1"/>
                </a:solidFill>
              </a:rPr>
              <a:t> answers:</a:t>
            </a:r>
            <a:br>
              <a:rPr lang="en-US" dirty="0">
                <a:solidFill>
                  <a:schemeClr val="tx1"/>
                </a:solidFill>
              </a:rPr>
            </a:br>
            <a:r>
              <a:rPr lang="en-US" i="1" dirty="0">
                <a:solidFill>
                  <a:schemeClr val="tx1"/>
                </a:solidFill>
              </a:rPr>
              <a:t>"Of all the instances predicted as positive, how many are actually positive?"</a:t>
            </a:r>
            <a:endParaRPr lang="en-US" dirty="0">
              <a:solidFill>
                <a:schemeClr val="tx1"/>
              </a:solidFill>
            </a:endParaRPr>
          </a:p>
          <a:p>
            <a:pPr marL="114300" indent="0">
              <a:buNone/>
            </a:pPr>
            <a:endParaRPr lang="en-US" sz="2000" dirty="0" smtClean="0">
              <a:solidFill>
                <a:schemeClr val="tx1"/>
              </a:solidFill>
            </a:endParaRPr>
          </a:p>
          <a:p>
            <a:pPr marL="114300" indent="0" algn="just">
              <a:buNone/>
            </a:pPr>
            <a:endParaRPr lang="en-US" sz="2000" dirty="0">
              <a:solidFill>
                <a:schemeClr val="tx1"/>
              </a:solidFill>
            </a:endParaRPr>
          </a:p>
          <a:p>
            <a:endParaRPr lang="en-US" sz="2000" dirty="0">
              <a:solidFill>
                <a:schemeClr val="tx1"/>
              </a:solidFill>
            </a:endParaRPr>
          </a:p>
          <a:p>
            <a:pPr marL="114300" indent="0">
              <a:buNone/>
            </a:pPr>
            <a:endParaRPr lang="en-US" sz="2000" dirty="0"/>
          </a:p>
        </p:txBody>
      </p:sp>
      <p:pic>
        <p:nvPicPr>
          <p:cNvPr id="2" name="Picture 1"/>
          <p:cNvPicPr>
            <a:picLocks noChangeAspect="1"/>
          </p:cNvPicPr>
          <p:nvPr/>
        </p:nvPicPr>
        <p:blipFill>
          <a:blip r:embed="rId3"/>
          <a:stretch>
            <a:fillRect/>
          </a:stretch>
        </p:blipFill>
        <p:spPr>
          <a:xfrm>
            <a:off x="1208032" y="1547565"/>
            <a:ext cx="6286500" cy="1123950"/>
          </a:xfrm>
          <a:prstGeom prst="rect">
            <a:avLst/>
          </a:prstGeom>
        </p:spPr>
      </p:pic>
    </p:spTree>
    <p:extLst>
      <p:ext uri="{BB962C8B-B14F-4D97-AF65-F5344CB8AC3E}">
        <p14:creationId xmlns:p14="http://schemas.microsoft.com/office/powerpoint/2010/main" val="3491894492"/>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02"/>
        <p:cNvGrpSpPr/>
        <p:nvPr/>
      </p:nvGrpSpPr>
      <p:grpSpPr>
        <a:xfrm>
          <a:off x="0" y="0"/>
          <a:ext cx="0" cy="0"/>
          <a:chOff x="0" y="0"/>
          <a:chExt cx="0" cy="0"/>
        </a:xfrm>
      </p:grpSpPr>
      <p:sp>
        <p:nvSpPr>
          <p:cNvPr id="103" name="Google Shape;103;p16"/>
          <p:cNvSpPr txBox="1">
            <a:spLocks noGrp="1"/>
          </p:cNvSpPr>
          <p:nvPr>
            <p:ph type="title"/>
          </p:nvPr>
        </p:nvSpPr>
        <p:spPr>
          <a:xfrm>
            <a:off x="0" y="3650"/>
            <a:ext cx="9144000" cy="523232"/>
          </a:xfrm>
          <a:prstGeom prst="rect">
            <a:avLst/>
          </a:prstGeom>
        </p:spPr>
        <p:txBody>
          <a:bodyPr spcFirstLastPara="1" wrap="square" lIns="91425" tIns="91425" rIns="91425" bIns="91425" anchor="t" anchorCtr="0">
            <a:noAutofit/>
          </a:bodyPr>
          <a:lstStyle/>
          <a:p>
            <a:pPr algn="ctr"/>
            <a:r>
              <a:rPr lang="en-US" sz="2400" b="1" dirty="0" smtClean="0"/>
              <a:t> </a:t>
            </a:r>
            <a:r>
              <a:rPr lang="en-US" sz="2400" b="1" dirty="0"/>
              <a:t>Evaluation Metrics for Classification Models</a:t>
            </a:r>
          </a:p>
        </p:txBody>
      </p:sp>
      <p:sp>
        <p:nvSpPr>
          <p:cNvPr id="7" name="Google Shape;77;g258990b3369_0_16"/>
          <p:cNvSpPr txBox="1">
            <a:spLocks noGrp="1"/>
          </p:cNvSpPr>
          <p:nvPr>
            <p:ph type="body" idx="1"/>
          </p:nvPr>
        </p:nvSpPr>
        <p:spPr>
          <a:xfrm>
            <a:off x="201341" y="575087"/>
            <a:ext cx="8650800" cy="4192856"/>
          </a:xfrm>
          <a:prstGeom prst="rect">
            <a:avLst/>
          </a:prstGeom>
        </p:spPr>
        <p:txBody>
          <a:bodyPr spcFirstLastPara="1" wrap="square" lIns="91425" tIns="91425" rIns="91425" bIns="91425" anchor="t" anchorCtr="0">
            <a:normAutofit/>
          </a:bodyPr>
          <a:lstStyle/>
          <a:p>
            <a:pPr marL="114300" indent="0" algn="just">
              <a:buNone/>
            </a:pPr>
            <a:r>
              <a:rPr lang="en-US" sz="2000" b="1" dirty="0" smtClean="0">
                <a:solidFill>
                  <a:schemeClr val="tx1"/>
                </a:solidFill>
              </a:rPr>
              <a:t>Recall</a:t>
            </a:r>
            <a:r>
              <a:rPr lang="en-US" sz="2000" b="1" dirty="0" smtClean="0">
                <a:solidFill>
                  <a:schemeClr val="tx1"/>
                </a:solidFill>
              </a:rPr>
              <a:t>:</a:t>
            </a:r>
            <a:r>
              <a:rPr lang="en-US" sz="2000" dirty="0">
                <a:solidFill>
                  <a:schemeClr val="tx1"/>
                </a:solidFill>
              </a:rPr>
              <a:t> The ratio of true positives to the sum of true positives and false negatives. It answers how many relevant items are selected.</a:t>
            </a:r>
          </a:p>
          <a:p>
            <a:pPr marL="114300" indent="0">
              <a:buNone/>
            </a:pPr>
            <a:endParaRPr lang="en-US" sz="2000" dirty="0">
              <a:solidFill>
                <a:schemeClr val="tx1"/>
              </a:solidFill>
            </a:endParaRPr>
          </a:p>
          <a:p>
            <a:pPr marL="114300" indent="0">
              <a:buNone/>
            </a:pPr>
            <a:endParaRPr lang="en-US" sz="2000" dirty="0" smtClean="0">
              <a:solidFill>
                <a:schemeClr val="tx1"/>
              </a:solidFill>
            </a:endParaRPr>
          </a:p>
          <a:p>
            <a:pPr marL="114300" indent="0">
              <a:buNone/>
            </a:pPr>
            <a:endParaRPr lang="en-US" sz="2000" dirty="0">
              <a:solidFill>
                <a:schemeClr val="tx1"/>
              </a:solidFill>
            </a:endParaRPr>
          </a:p>
          <a:p>
            <a:pPr marL="114300" indent="0">
              <a:buNone/>
            </a:pPr>
            <a:endParaRPr lang="en-US" b="1" dirty="0" smtClean="0">
              <a:solidFill>
                <a:schemeClr val="tx1"/>
              </a:solidFill>
            </a:endParaRPr>
          </a:p>
          <a:p>
            <a:pPr marL="114300" indent="0">
              <a:buNone/>
            </a:pPr>
            <a:r>
              <a:rPr lang="en-US" b="1" dirty="0" smtClean="0">
                <a:solidFill>
                  <a:schemeClr val="tx1"/>
                </a:solidFill>
              </a:rPr>
              <a:t>Interpretation</a:t>
            </a:r>
            <a:endParaRPr lang="en-US" dirty="0">
              <a:solidFill>
                <a:schemeClr val="tx1"/>
              </a:solidFill>
            </a:endParaRPr>
          </a:p>
          <a:p>
            <a:r>
              <a:rPr lang="en-US" b="1" dirty="0">
                <a:solidFill>
                  <a:schemeClr val="tx1"/>
                </a:solidFill>
              </a:rPr>
              <a:t>True Positives (TP):</a:t>
            </a:r>
            <a:r>
              <a:rPr lang="en-US" dirty="0">
                <a:solidFill>
                  <a:schemeClr val="tx1"/>
                </a:solidFill>
              </a:rPr>
              <a:t> Correctly predicted positive cases.</a:t>
            </a:r>
          </a:p>
          <a:p>
            <a:r>
              <a:rPr lang="en-US" b="1" dirty="0">
                <a:solidFill>
                  <a:schemeClr val="tx1"/>
                </a:solidFill>
              </a:rPr>
              <a:t>False Negatives (FN):</a:t>
            </a:r>
            <a:r>
              <a:rPr lang="en-US" dirty="0">
                <a:solidFill>
                  <a:schemeClr val="tx1"/>
                </a:solidFill>
              </a:rPr>
              <a:t> Positive cases incorrectly predicted as negative (Type II Error).</a:t>
            </a:r>
          </a:p>
          <a:p>
            <a:r>
              <a:rPr lang="en-US" b="1" dirty="0">
                <a:solidFill>
                  <a:schemeClr val="tx1"/>
                </a:solidFill>
              </a:rPr>
              <a:t>Recall</a:t>
            </a:r>
            <a:r>
              <a:rPr lang="en-US" dirty="0">
                <a:solidFill>
                  <a:schemeClr val="tx1"/>
                </a:solidFill>
              </a:rPr>
              <a:t> answers:</a:t>
            </a:r>
            <a:br>
              <a:rPr lang="en-US" dirty="0">
                <a:solidFill>
                  <a:schemeClr val="tx1"/>
                </a:solidFill>
              </a:rPr>
            </a:br>
            <a:r>
              <a:rPr lang="en-US" i="1" dirty="0">
                <a:solidFill>
                  <a:schemeClr val="tx1"/>
                </a:solidFill>
              </a:rPr>
              <a:t>"Of all the actual positive instances, how many did we correctly predict?"</a:t>
            </a:r>
            <a:endParaRPr lang="en-US" dirty="0">
              <a:solidFill>
                <a:schemeClr val="tx1"/>
              </a:solidFill>
            </a:endParaRPr>
          </a:p>
          <a:p>
            <a:pPr marL="114300" indent="0">
              <a:buNone/>
            </a:pPr>
            <a:endParaRPr lang="en-US" sz="2000" dirty="0" smtClean="0">
              <a:solidFill>
                <a:schemeClr val="tx1"/>
              </a:solidFill>
            </a:endParaRPr>
          </a:p>
          <a:p>
            <a:pPr marL="114300" indent="0" algn="just">
              <a:buNone/>
            </a:pPr>
            <a:endParaRPr lang="en-US" sz="2000" dirty="0">
              <a:solidFill>
                <a:schemeClr val="tx1"/>
              </a:solidFill>
            </a:endParaRPr>
          </a:p>
          <a:p>
            <a:endParaRPr lang="en-US" sz="2000" dirty="0">
              <a:solidFill>
                <a:schemeClr val="tx1"/>
              </a:solidFill>
            </a:endParaRPr>
          </a:p>
          <a:p>
            <a:pPr marL="114300" indent="0">
              <a:buNone/>
            </a:pPr>
            <a:endParaRPr lang="en-US" sz="2000" dirty="0"/>
          </a:p>
        </p:txBody>
      </p:sp>
      <p:pic>
        <p:nvPicPr>
          <p:cNvPr id="3" name="Picture 2"/>
          <p:cNvPicPr>
            <a:picLocks noChangeAspect="1"/>
          </p:cNvPicPr>
          <p:nvPr/>
        </p:nvPicPr>
        <p:blipFill>
          <a:blip r:embed="rId3"/>
          <a:stretch>
            <a:fillRect/>
          </a:stretch>
        </p:blipFill>
        <p:spPr>
          <a:xfrm>
            <a:off x="1559703" y="1540422"/>
            <a:ext cx="5934075" cy="990600"/>
          </a:xfrm>
          <a:prstGeom prst="rect">
            <a:avLst/>
          </a:prstGeom>
        </p:spPr>
      </p:pic>
    </p:spTree>
    <p:extLst>
      <p:ext uri="{BB962C8B-B14F-4D97-AF65-F5344CB8AC3E}">
        <p14:creationId xmlns:p14="http://schemas.microsoft.com/office/powerpoint/2010/main" val="3594793725"/>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02"/>
        <p:cNvGrpSpPr/>
        <p:nvPr/>
      </p:nvGrpSpPr>
      <p:grpSpPr>
        <a:xfrm>
          <a:off x="0" y="0"/>
          <a:ext cx="0" cy="0"/>
          <a:chOff x="0" y="0"/>
          <a:chExt cx="0" cy="0"/>
        </a:xfrm>
      </p:grpSpPr>
      <p:sp>
        <p:nvSpPr>
          <p:cNvPr id="103" name="Google Shape;103;p16"/>
          <p:cNvSpPr txBox="1">
            <a:spLocks noGrp="1"/>
          </p:cNvSpPr>
          <p:nvPr>
            <p:ph type="title"/>
          </p:nvPr>
        </p:nvSpPr>
        <p:spPr>
          <a:xfrm>
            <a:off x="0" y="3650"/>
            <a:ext cx="9144000" cy="523232"/>
          </a:xfrm>
          <a:prstGeom prst="rect">
            <a:avLst/>
          </a:prstGeom>
        </p:spPr>
        <p:txBody>
          <a:bodyPr spcFirstLastPara="1" wrap="square" lIns="91425" tIns="91425" rIns="91425" bIns="91425" anchor="t" anchorCtr="0">
            <a:noAutofit/>
          </a:bodyPr>
          <a:lstStyle/>
          <a:p>
            <a:pPr algn="ctr"/>
            <a:r>
              <a:rPr lang="en-US" sz="2400" b="1" dirty="0" smtClean="0"/>
              <a:t> </a:t>
            </a:r>
            <a:r>
              <a:rPr lang="en-US" sz="2400" b="1" dirty="0"/>
              <a:t>Evaluation Metrics for Classification Models</a:t>
            </a:r>
          </a:p>
        </p:txBody>
      </p:sp>
      <p:sp>
        <p:nvSpPr>
          <p:cNvPr id="7" name="Google Shape;77;g258990b3369_0_16"/>
          <p:cNvSpPr txBox="1">
            <a:spLocks noGrp="1"/>
          </p:cNvSpPr>
          <p:nvPr>
            <p:ph type="body" idx="1"/>
          </p:nvPr>
        </p:nvSpPr>
        <p:spPr>
          <a:xfrm>
            <a:off x="201341" y="575087"/>
            <a:ext cx="8650800" cy="4192856"/>
          </a:xfrm>
          <a:prstGeom prst="rect">
            <a:avLst/>
          </a:prstGeom>
        </p:spPr>
        <p:txBody>
          <a:bodyPr spcFirstLastPara="1" wrap="square" lIns="91425" tIns="91425" rIns="91425" bIns="91425" anchor="t" anchorCtr="0">
            <a:normAutofit/>
          </a:bodyPr>
          <a:lstStyle/>
          <a:p>
            <a:pPr marL="114300" indent="0" algn="just">
              <a:buNone/>
            </a:pPr>
            <a:r>
              <a:rPr lang="en-US" sz="2000" b="1" dirty="0" smtClean="0">
                <a:solidFill>
                  <a:schemeClr val="tx1"/>
                </a:solidFill>
              </a:rPr>
              <a:t>F1 Score:</a:t>
            </a:r>
            <a:r>
              <a:rPr lang="en-US" sz="2000" dirty="0" smtClean="0">
                <a:solidFill>
                  <a:schemeClr val="tx1"/>
                </a:solidFill>
              </a:rPr>
              <a:t> </a:t>
            </a:r>
            <a:r>
              <a:rPr lang="en-US" sz="2000" dirty="0">
                <a:solidFill>
                  <a:schemeClr val="tx1"/>
                </a:solidFill>
              </a:rPr>
              <a:t>The harmonic mean of precision and recall. It balances precision and recall.</a:t>
            </a:r>
          </a:p>
          <a:p>
            <a:pPr marL="114300" indent="0">
              <a:buNone/>
            </a:pPr>
            <a:endParaRPr lang="en-US" sz="2000" dirty="0" smtClean="0">
              <a:solidFill>
                <a:schemeClr val="tx1"/>
              </a:solidFill>
            </a:endParaRPr>
          </a:p>
          <a:p>
            <a:pPr marL="114300" indent="0">
              <a:buNone/>
            </a:pPr>
            <a:endParaRPr lang="en-US" sz="2000" dirty="0" smtClean="0">
              <a:solidFill>
                <a:schemeClr val="tx1"/>
              </a:solidFill>
            </a:endParaRPr>
          </a:p>
          <a:p>
            <a:pPr marL="114300" indent="0">
              <a:buNone/>
            </a:pPr>
            <a:endParaRPr lang="en-US" sz="2000" dirty="0">
              <a:solidFill>
                <a:schemeClr val="tx1"/>
              </a:solidFill>
            </a:endParaRPr>
          </a:p>
          <a:p>
            <a:pPr marL="114300" indent="0">
              <a:buNone/>
            </a:pPr>
            <a:endParaRPr lang="en-US" b="1" dirty="0" smtClean="0">
              <a:solidFill>
                <a:schemeClr val="tx1"/>
              </a:solidFill>
            </a:endParaRPr>
          </a:p>
          <a:p>
            <a:pPr marL="114300" indent="0">
              <a:buNone/>
            </a:pPr>
            <a:r>
              <a:rPr lang="en-US" b="1" dirty="0">
                <a:solidFill>
                  <a:schemeClr val="tx1"/>
                </a:solidFill>
              </a:rPr>
              <a:t>Interpretation</a:t>
            </a:r>
            <a:endParaRPr lang="en-US" dirty="0">
              <a:solidFill>
                <a:schemeClr val="tx1"/>
              </a:solidFill>
            </a:endParaRPr>
          </a:p>
          <a:p>
            <a:r>
              <a:rPr lang="en-US" b="1" dirty="0">
                <a:solidFill>
                  <a:schemeClr val="tx1"/>
                </a:solidFill>
              </a:rPr>
              <a:t>Balances Precision and Recall</a:t>
            </a:r>
            <a:r>
              <a:rPr lang="en-US" dirty="0">
                <a:solidFill>
                  <a:schemeClr val="tx1"/>
                </a:solidFill>
              </a:rPr>
              <a:t>: Harmonic mean (punishes extreme values more than arithmetic mean).</a:t>
            </a:r>
          </a:p>
          <a:p>
            <a:r>
              <a:rPr lang="en-US" b="1" dirty="0">
                <a:solidFill>
                  <a:schemeClr val="tx1"/>
                </a:solidFill>
              </a:rPr>
              <a:t>Range</a:t>
            </a:r>
            <a:r>
              <a:rPr lang="en-US" dirty="0">
                <a:solidFill>
                  <a:schemeClr val="tx1"/>
                </a:solidFill>
              </a:rPr>
              <a:t>: 0 (worst) to 1 (best).</a:t>
            </a:r>
          </a:p>
          <a:p>
            <a:r>
              <a:rPr lang="en-US" b="1" dirty="0">
                <a:solidFill>
                  <a:schemeClr val="tx1"/>
                </a:solidFill>
              </a:rPr>
              <a:t>Answers</a:t>
            </a:r>
            <a:r>
              <a:rPr lang="en-US" dirty="0">
                <a:solidFill>
                  <a:schemeClr val="tx1"/>
                </a:solidFill>
              </a:rPr>
              <a:t>:</a:t>
            </a:r>
            <a:br>
              <a:rPr lang="en-US" dirty="0">
                <a:solidFill>
                  <a:schemeClr val="tx1"/>
                </a:solidFill>
              </a:rPr>
            </a:br>
            <a:r>
              <a:rPr lang="en-US" i="1" dirty="0">
                <a:solidFill>
                  <a:schemeClr val="tx1"/>
                </a:solidFill>
              </a:rPr>
              <a:t>"What is the tradeoff between precision and recall?"</a:t>
            </a:r>
            <a:endParaRPr lang="en-US" dirty="0">
              <a:solidFill>
                <a:schemeClr val="tx1"/>
              </a:solidFill>
            </a:endParaRPr>
          </a:p>
          <a:p>
            <a:pPr marL="114300" indent="0">
              <a:buNone/>
            </a:pPr>
            <a:endParaRPr lang="en-US" sz="2000" dirty="0" smtClean="0">
              <a:solidFill>
                <a:schemeClr val="tx1"/>
              </a:solidFill>
            </a:endParaRPr>
          </a:p>
          <a:p>
            <a:pPr marL="114300" indent="0" algn="just">
              <a:buNone/>
            </a:pPr>
            <a:endParaRPr lang="en-US" sz="2000" dirty="0">
              <a:solidFill>
                <a:schemeClr val="tx1"/>
              </a:solidFill>
            </a:endParaRPr>
          </a:p>
          <a:p>
            <a:endParaRPr lang="en-US" sz="2000" dirty="0">
              <a:solidFill>
                <a:schemeClr val="tx1"/>
              </a:solidFill>
            </a:endParaRPr>
          </a:p>
          <a:p>
            <a:pPr marL="114300" indent="0">
              <a:buNone/>
            </a:pPr>
            <a:endParaRPr lang="en-US" sz="2000" dirty="0"/>
          </a:p>
        </p:txBody>
      </p:sp>
      <p:pic>
        <p:nvPicPr>
          <p:cNvPr id="2" name="Picture 1"/>
          <p:cNvPicPr>
            <a:picLocks noChangeAspect="1"/>
          </p:cNvPicPr>
          <p:nvPr/>
        </p:nvPicPr>
        <p:blipFill>
          <a:blip r:embed="rId3"/>
          <a:stretch>
            <a:fillRect/>
          </a:stretch>
        </p:blipFill>
        <p:spPr>
          <a:xfrm>
            <a:off x="1750203" y="1528927"/>
            <a:ext cx="5553075" cy="971550"/>
          </a:xfrm>
          <a:prstGeom prst="rect">
            <a:avLst/>
          </a:prstGeom>
        </p:spPr>
      </p:pic>
    </p:spTree>
    <p:extLst>
      <p:ext uri="{BB962C8B-B14F-4D97-AF65-F5344CB8AC3E}">
        <p14:creationId xmlns:p14="http://schemas.microsoft.com/office/powerpoint/2010/main" val="2360432693"/>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02"/>
        <p:cNvGrpSpPr/>
        <p:nvPr/>
      </p:nvGrpSpPr>
      <p:grpSpPr>
        <a:xfrm>
          <a:off x="0" y="0"/>
          <a:ext cx="0" cy="0"/>
          <a:chOff x="0" y="0"/>
          <a:chExt cx="0" cy="0"/>
        </a:xfrm>
      </p:grpSpPr>
      <p:sp>
        <p:nvSpPr>
          <p:cNvPr id="103" name="Google Shape;103;p16"/>
          <p:cNvSpPr txBox="1">
            <a:spLocks noGrp="1"/>
          </p:cNvSpPr>
          <p:nvPr>
            <p:ph type="title"/>
          </p:nvPr>
        </p:nvSpPr>
        <p:spPr>
          <a:xfrm>
            <a:off x="0" y="3650"/>
            <a:ext cx="9144000" cy="523232"/>
          </a:xfrm>
          <a:prstGeom prst="rect">
            <a:avLst/>
          </a:prstGeom>
        </p:spPr>
        <p:txBody>
          <a:bodyPr spcFirstLastPara="1" wrap="square" lIns="91425" tIns="91425" rIns="91425" bIns="91425" anchor="t" anchorCtr="0">
            <a:noAutofit/>
          </a:bodyPr>
          <a:lstStyle/>
          <a:p>
            <a:pPr algn="ctr"/>
            <a:r>
              <a:rPr lang="en-US" sz="2400" b="1" dirty="0" smtClean="0"/>
              <a:t> </a:t>
            </a:r>
            <a:r>
              <a:rPr lang="en-US" sz="2400" b="1" dirty="0" smtClean="0">
                <a:solidFill>
                  <a:schemeClr val="tx1"/>
                </a:solidFill>
              </a:rPr>
              <a:t>Evaluation </a:t>
            </a:r>
            <a:r>
              <a:rPr lang="en-US" sz="2400" b="1" dirty="0">
                <a:solidFill>
                  <a:schemeClr val="tx1"/>
                </a:solidFill>
              </a:rPr>
              <a:t>Metrics for Regression Models</a:t>
            </a:r>
          </a:p>
        </p:txBody>
      </p:sp>
      <p:sp>
        <p:nvSpPr>
          <p:cNvPr id="7" name="Google Shape;77;g258990b3369_0_16"/>
          <p:cNvSpPr txBox="1">
            <a:spLocks noGrp="1"/>
          </p:cNvSpPr>
          <p:nvPr>
            <p:ph type="body" idx="1"/>
          </p:nvPr>
        </p:nvSpPr>
        <p:spPr>
          <a:xfrm>
            <a:off x="201341" y="575086"/>
            <a:ext cx="8650800" cy="4295493"/>
          </a:xfrm>
          <a:prstGeom prst="rect">
            <a:avLst/>
          </a:prstGeom>
        </p:spPr>
        <p:txBody>
          <a:bodyPr spcFirstLastPara="1" wrap="square" lIns="91425" tIns="91425" rIns="91425" bIns="91425" anchor="t" anchorCtr="0">
            <a:normAutofit fontScale="92500" lnSpcReduction="20000"/>
          </a:bodyPr>
          <a:lstStyle/>
          <a:p>
            <a:pPr marL="114300" indent="0" algn="just">
              <a:buNone/>
            </a:pPr>
            <a:r>
              <a:rPr lang="en-US" b="1" dirty="0" smtClean="0">
                <a:solidFill>
                  <a:schemeClr val="tx1"/>
                </a:solidFill>
              </a:rPr>
              <a:t>Mean </a:t>
            </a:r>
            <a:r>
              <a:rPr lang="en-US" b="1" dirty="0">
                <a:solidFill>
                  <a:schemeClr val="tx1"/>
                </a:solidFill>
              </a:rPr>
              <a:t>Absolute Error (MAE)</a:t>
            </a:r>
            <a:endParaRPr lang="en-US" dirty="0">
              <a:solidFill>
                <a:schemeClr val="tx1"/>
              </a:solidFill>
            </a:endParaRPr>
          </a:p>
          <a:p>
            <a:pPr algn="just"/>
            <a:r>
              <a:rPr lang="en-US" dirty="0">
                <a:solidFill>
                  <a:schemeClr val="tx1"/>
                </a:solidFill>
              </a:rPr>
              <a:t>MAE measures the average magnitude of errors in a set of predictions, without considering their direction.</a:t>
            </a:r>
          </a:p>
          <a:p>
            <a:pPr marL="114300" indent="0" algn="just">
              <a:buNone/>
            </a:pPr>
            <a:endParaRPr lang="en-US" dirty="0" smtClean="0">
              <a:solidFill>
                <a:schemeClr val="tx1"/>
              </a:solidFill>
            </a:endParaRPr>
          </a:p>
          <a:p>
            <a:pPr marL="114300" indent="0" algn="just">
              <a:buNone/>
            </a:pPr>
            <a:r>
              <a:rPr lang="en-US" b="1" dirty="0" smtClean="0">
                <a:solidFill>
                  <a:schemeClr val="tx1"/>
                </a:solidFill>
              </a:rPr>
              <a:t>Mean </a:t>
            </a:r>
            <a:r>
              <a:rPr lang="en-US" b="1" dirty="0">
                <a:solidFill>
                  <a:schemeClr val="tx1"/>
                </a:solidFill>
              </a:rPr>
              <a:t>Squared Error (MSE)</a:t>
            </a:r>
            <a:endParaRPr lang="en-US" dirty="0">
              <a:solidFill>
                <a:schemeClr val="tx1"/>
              </a:solidFill>
            </a:endParaRPr>
          </a:p>
          <a:p>
            <a:pPr algn="just"/>
            <a:r>
              <a:rPr lang="en-US" dirty="0">
                <a:solidFill>
                  <a:schemeClr val="tx1"/>
                </a:solidFill>
              </a:rPr>
              <a:t>MSE measures the average of the squares of the errors. It penalizes larger errors more heavily</a:t>
            </a:r>
            <a:r>
              <a:rPr lang="en-US" dirty="0" smtClean="0">
                <a:solidFill>
                  <a:schemeClr val="tx1"/>
                </a:solidFill>
              </a:rPr>
              <a:t>.</a:t>
            </a:r>
          </a:p>
          <a:p>
            <a:pPr marL="114300" indent="0" algn="just">
              <a:buNone/>
            </a:pPr>
            <a:endParaRPr lang="en-US" dirty="0" smtClean="0">
              <a:solidFill>
                <a:schemeClr val="tx1"/>
              </a:solidFill>
            </a:endParaRPr>
          </a:p>
          <a:p>
            <a:pPr marL="114300" indent="0" algn="just">
              <a:buNone/>
            </a:pPr>
            <a:r>
              <a:rPr lang="en-US" b="1" dirty="0" smtClean="0">
                <a:solidFill>
                  <a:schemeClr val="tx1"/>
                </a:solidFill>
              </a:rPr>
              <a:t>Root </a:t>
            </a:r>
            <a:r>
              <a:rPr lang="en-US" b="1" dirty="0">
                <a:solidFill>
                  <a:schemeClr val="tx1"/>
                </a:solidFill>
              </a:rPr>
              <a:t>Mean Squared Error (RMSE)</a:t>
            </a:r>
            <a:endParaRPr lang="en-US" dirty="0">
              <a:solidFill>
                <a:schemeClr val="tx1"/>
              </a:solidFill>
            </a:endParaRPr>
          </a:p>
          <a:p>
            <a:pPr algn="just"/>
            <a:r>
              <a:rPr lang="en-US" dirty="0">
                <a:solidFill>
                  <a:schemeClr val="tx1"/>
                </a:solidFill>
              </a:rPr>
              <a:t>RMSE is the square root of MSE and provides a measure of the standard deviation of residuals</a:t>
            </a:r>
            <a:r>
              <a:rPr lang="en-US" dirty="0" smtClean="0">
                <a:solidFill>
                  <a:schemeClr val="tx1"/>
                </a:solidFill>
              </a:rPr>
              <a:t>.</a:t>
            </a:r>
          </a:p>
          <a:p>
            <a:pPr marL="114300" indent="0" algn="just">
              <a:buNone/>
            </a:pPr>
            <a:endParaRPr lang="en-US" dirty="0" smtClean="0">
              <a:solidFill>
                <a:schemeClr val="tx1"/>
              </a:solidFill>
            </a:endParaRPr>
          </a:p>
          <a:p>
            <a:pPr marL="114300" indent="0">
              <a:buNone/>
            </a:pPr>
            <a:r>
              <a:rPr lang="en-US" sz="2000" b="1" dirty="0" smtClean="0">
                <a:solidFill>
                  <a:schemeClr val="tx1"/>
                </a:solidFill>
              </a:rPr>
              <a:t>R-squared </a:t>
            </a:r>
            <a:r>
              <a:rPr lang="en-US" sz="2000" b="1" dirty="0">
                <a:solidFill>
                  <a:schemeClr val="tx1"/>
                </a:solidFill>
              </a:rPr>
              <a:t>(Coefficient of Determination)</a:t>
            </a:r>
            <a:endParaRPr lang="en-US" sz="2000" dirty="0">
              <a:solidFill>
                <a:schemeClr val="tx1"/>
              </a:solidFill>
            </a:endParaRPr>
          </a:p>
          <a:p>
            <a:r>
              <a:rPr lang="en-US" sz="2000" dirty="0">
                <a:solidFill>
                  <a:schemeClr val="tx1"/>
                </a:solidFill>
              </a:rPr>
              <a:t>R-squared measures the proportion of the variance in the dependent variable that is predictable from the independent variables.</a:t>
            </a:r>
          </a:p>
          <a:p>
            <a:pPr marL="114300" indent="0">
              <a:buNone/>
            </a:pPr>
            <a:endParaRPr lang="en-US" sz="2000" dirty="0"/>
          </a:p>
        </p:txBody>
      </p:sp>
    </p:spTree>
    <p:extLst>
      <p:ext uri="{BB962C8B-B14F-4D97-AF65-F5344CB8AC3E}">
        <p14:creationId xmlns:p14="http://schemas.microsoft.com/office/powerpoint/2010/main" val="3348602431"/>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Google Shape;103;p16"/>
          <p:cNvSpPr txBox="1">
            <a:spLocks noGrp="1"/>
          </p:cNvSpPr>
          <p:nvPr>
            <p:ph type="title"/>
          </p:nvPr>
        </p:nvSpPr>
        <p:spPr>
          <a:xfrm>
            <a:off x="0" y="3650"/>
            <a:ext cx="9144000" cy="523232"/>
          </a:xfrm>
          <a:prstGeom prst="rect">
            <a:avLst/>
          </a:prstGeom>
        </p:spPr>
        <p:txBody>
          <a:bodyPr spcFirstLastPara="1" wrap="square" lIns="91425" tIns="91425" rIns="91425" bIns="91425" anchor="t" anchorCtr="0">
            <a:noAutofit/>
          </a:bodyPr>
          <a:lstStyle/>
          <a:p>
            <a:pPr algn="ctr"/>
            <a:r>
              <a:rPr lang="en-US" sz="2400" b="1" dirty="0" smtClean="0"/>
              <a:t>SIGMOID FUNCTION</a:t>
            </a:r>
            <a:endParaRPr lang="en-US" sz="2400" b="1" dirty="0"/>
          </a:p>
        </p:txBody>
      </p:sp>
      <p:pic>
        <p:nvPicPr>
          <p:cNvPr id="3" name="Picture 2"/>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61257" y="1378624"/>
            <a:ext cx="5025798" cy="3491978"/>
          </a:xfrm>
          <a:prstGeom prst="rect">
            <a:avLst/>
          </a:prstGeom>
        </p:spPr>
      </p:pic>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333710" y="691474"/>
            <a:ext cx="3783455" cy="3030796"/>
          </a:xfrm>
          <a:prstGeom prst="rect">
            <a:avLst/>
          </a:prstGeom>
        </p:spPr>
      </p:pic>
      <p:sp>
        <p:nvSpPr>
          <p:cNvPr id="4" name="Rectangle 3"/>
          <p:cNvSpPr/>
          <p:nvPr/>
        </p:nvSpPr>
        <p:spPr>
          <a:xfrm>
            <a:off x="261256" y="424517"/>
            <a:ext cx="5072453" cy="954107"/>
          </a:xfrm>
          <a:prstGeom prst="rect">
            <a:avLst/>
          </a:prstGeom>
        </p:spPr>
        <p:txBody>
          <a:bodyPr wrap="square">
            <a:spAutoFit/>
          </a:bodyPr>
          <a:lstStyle/>
          <a:p>
            <a:pPr algn="just"/>
            <a:r>
              <a:rPr lang="en-US" dirty="0">
                <a:solidFill>
                  <a:schemeClr val="tx1"/>
                </a:solidFill>
              </a:rPr>
              <a:t>The sigmoid function is often used in binary classification models to map predicted values (</a:t>
            </a:r>
            <a:r>
              <a:rPr lang="en-US" dirty="0" err="1">
                <a:solidFill>
                  <a:schemeClr val="tx1"/>
                </a:solidFill>
              </a:rPr>
              <a:t>logits</a:t>
            </a:r>
            <a:r>
              <a:rPr lang="en-US" dirty="0">
                <a:solidFill>
                  <a:schemeClr val="tx1"/>
                </a:solidFill>
              </a:rPr>
              <a:t>) to probabilities. It squashes the output to a range between 0 and 1, making it interpretable as a probability.</a:t>
            </a:r>
          </a:p>
        </p:txBody>
      </p:sp>
    </p:spTree>
    <p:extLst>
      <p:ext uri="{BB962C8B-B14F-4D97-AF65-F5344CB8AC3E}">
        <p14:creationId xmlns:p14="http://schemas.microsoft.com/office/powerpoint/2010/main" val="47903682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Google Shape;103;p16"/>
          <p:cNvSpPr txBox="1">
            <a:spLocks noGrp="1"/>
          </p:cNvSpPr>
          <p:nvPr>
            <p:ph type="title"/>
          </p:nvPr>
        </p:nvSpPr>
        <p:spPr>
          <a:xfrm>
            <a:off x="0" y="3650"/>
            <a:ext cx="9144000" cy="523232"/>
          </a:xfrm>
          <a:prstGeom prst="rect">
            <a:avLst/>
          </a:prstGeom>
        </p:spPr>
        <p:txBody>
          <a:bodyPr spcFirstLastPara="1" wrap="square" lIns="91425" tIns="91425" rIns="91425" bIns="91425" anchor="t" anchorCtr="0">
            <a:noAutofit/>
          </a:bodyPr>
          <a:lstStyle/>
          <a:p>
            <a:pPr algn="ctr"/>
            <a:r>
              <a:rPr lang="en-US" sz="2400" b="1" dirty="0" smtClean="0"/>
              <a:t>COST / LOSS FUNCTION</a:t>
            </a:r>
            <a:endParaRPr lang="en-US" sz="2400" b="1" dirty="0"/>
          </a:p>
        </p:txBody>
      </p:sp>
      <p:pic>
        <p:nvPicPr>
          <p:cNvPr id="205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6571" y="1493937"/>
            <a:ext cx="6829987" cy="34046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Rectangle 1"/>
          <p:cNvSpPr/>
          <p:nvPr/>
        </p:nvSpPr>
        <p:spPr>
          <a:xfrm>
            <a:off x="326571" y="539830"/>
            <a:ext cx="4572000" cy="954107"/>
          </a:xfrm>
          <a:prstGeom prst="rect">
            <a:avLst/>
          </a:prstGeom>
        </p:spPr>
        <p:txBody>
          <a:bodyPr>
            <a:spAutoFit/>
          </a:bodyPr>
          <a:lstStyle/>
          <a:p>
            <a:pPr algn="just"/>
            <a:r>
              <a:rPr lang="en-US" dirty="0">
                <a:solidFill>
                  <a:schemeClr val="tx1"/>
                </a:solidFill>
              </a:rPr>
              <a:t>The cost function, or loss function, measures how well the model’s predictions match the actual values. For logistic regression, the cost function is the </a:t>
            </a:r>
            <a:r>
              <a:rPr lang="en-US" b="1" dirty="0">
                <a:solidFill>
                  <a:schemeClr val="tx1"/>
                </a:solidFill>
              </a:rPr>
              <a:t>Binary Cross-Entropy Loss</a:t>
            </a:r>
            <a:r>
              <a:rPr lang="en-US" dirty="0">
                <a:solidFill>
                  <a:schemeClr val="tx1"/>
                </a:solidFill>
              </a:rPr>
              <a:t>.</a:t>
            </a:r>
          </a:p>
        </p:txBody>
      </p:sp>
    </p:spTree>
    <p:extLst>
      <p:ext uri="{BB962C8B-B14F-4D97-AF65-F5344CB8AC3E}">
        <p14:creationId xmlns:p14="http://schemas.microsoft.com/office/powerpoint/2010/main" val="423489559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02"/>
        <p:cNvGrpSpPr/>
        <p:nvPr/>
      </p:nvGrpSpPr>
      <p:grpSpPr>
        <a:xfrm>
          <a:off x="0" y="0"/>
          <a:ext cx="0" cy="0"/>
          <a:chOff x="0" y="0"/>
          <a:chExt cx="0" cy="0"/>
        </a:xfrm>
      </p:grpSpPr>
      <p:sp>
        <p:nvSpPr>
          <p:cNvPr id="103" name="Google Shape;103;p16"/>
          <p:cNvSpPr txBox="1">
            <a:spLocks noGrp="1"/>
          </p:cNvSpPr>
          <p:nvPr>
            <p:ph type="title"/>
          </p:nvPr>
        </p:nvSpPr>
        <p:spPr>
          <a:xfrm>
            <a:off x="0" y="3650"/>
            <a:ext cx="9144000" cy="523232"/>
          </a:xfrm>
          <a:prstGeom prst="rect">
            <a:avLst/>
          </a:prstGeom>
        </p:spPr>
        <p:txBody>
          <a:bodyPr spcFirstLastPara="1" wrap="square" lIns="91425" tIns="91425" rIns="91425" bIns="91425" anchor="t" anchorCtr="0">
            <a:noAutofit/>
          </a:bodyPr>
          <a:lstStyle/>
          <a:p>
            <a:pPr algn="ctr"/>
            <a:r>
              <a:rPr lang="en-US" sz="2400" b="1" dirty="0" smtClean="0"/>
              <a:t> </a:t>
            </a:r>
            <a:r>
              <a:rPr lang="en" sz="2400" b="1" dirty="0" smtClean="0"/>
              <a:t>COMPONENTS OF SUPERVISED MACHINE LEARNING</a:t>
            </a:r>
            <a:endParaRPr lang="en-US" sz="2400" b="1" dirty="0"/>
          </a:p>
        </p:txBody>
      </p:sp>
      <p:sp>
        <p:nvSpPr>
          <p:cNvPr id="7" name="Google Shape;77;g258990b3369_0_16"/>
          <p:cNvSpPr txBox="1">
            <a:spLocks noGrp="1"/>
          </p:cNvSpPr>
          <p:nvPr>
            <p:ph type="body" idx="1"/>
          </p:nvPr>
        </p:nvSpPr>
        <p:spPr>
          <a:xfrm>
            <a:off x="201341" y="575087"/>
            <a:ext cx="8650800" cy="2252089"/>
          </a:xfrm>
          <a:prstGeom prst="rect">
            <a:avLst/>
          </a:prstGeom>
        </p:spPr>
        <p:txBody>
          <a:bodyPr spcFirstLastPara="1" wrap="square" lIns="91425" tIns="91425" rIns="91425" bIns="91425" anchor="t" anchorCtr="0">
            <a:normAutofit lnSpcReduction="10000"/>
          </a:bodyPr>
          <a:lstStyle/>
          <a:p>
            <a:pPr marL="114300" indent="0" algn="just">
              <a:buNone/>
            </a:pPr>
            <a:r>
              <a:rPr lang="en-US" sz="2000" b="1" u="sng" dirty="0">
                <a:solidFill>
                  <a:schemeClr val="tx1"/>
                </a:solidFill>
              </a:rPr>
              <a:t>Cost Function (Loss Function)</a:t>
            </a:r>
            <a:r>
              <a:rPr lang="en-US" sz="2000" u="sng" dirty="0">
                <a:solidFill>
                  <a:schemeClr val="tx1"/>
                </a:solidFill>
              </a:rPr>
              <a:t>:</a:t>
            </a:r>
          </a:p>
          <a:p>
            <a:pPr algn="just"/>
            <a:r>
              <a:rPr lang="en-US" sz="2000" dirty="0">
                <a:solidFill>
                  <a:schemeClr val="tx1"/>
                </a:solidFill>
              </a:rPr>
              <a:t>The cost function measures how well the model's predictions match the actual labels in the training data. It quantifies the error between the predicted and actual outputs. Common cost functions include Mean Squared Error (MSE) for regression tasks and Cross-Entropy Loss for classification tasks</a:t>
            </a:r>
            <a:r>
              <a:rPr lang="en-US" sz="2000" dirty="0" smtClean="0">
                <a:solidFill>
                  <a:schemeClr val="tx1"/>
                </a:solidFill>
              </a:rPr>
              <a:t>.</a:t>
            </a:r>
            <a:endParaRPr lang="en-US" dirty="0">
              <a:solidFill>
                <a:schemeClr val="tx1"/>
              </a:solidFill>
            </a:endParaRPr>
          </a:p>
        </p:txBody>
      </p:sp>
      <p:pic>
        <p:nvPicPr>
          <p:cNvPr id="3074"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05825" y="2719388"/>
            <a:ext cx="5591175" cy="15335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723408440"/>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Google Shape;103;p16"/>
          <p:cNvSpPr txBox="1">
            <a:spLocks noGrp="1"/>
          </p:cNvSpPr>
          <p:nvPr>
            <p:ph type="title"/>
          </p:nvPr>
        </p:nvSpPr>
        <p:spPr>
          <a:xfrm>
            <a:off x="0" y="3650"/>
            <a:ext cx="9144000" cy="523232"/>
          </a:xfrm>
          <a:prstGeom prst="rect">
            <a:avLst/>
          </a:prstGeom>
        </p:spPr>
        <p:txBody>
          <a:bodyPr spcFirstLastPara="1" wrap="square" lIns="91425" tIns="91425" rIns="91425" bIns="91425" anchor="t" anchorCtr="0">
            <a:noAutofit/>
          </a:bodyPr>
          <a:lstStyle/>
          <a:p>
            <a:pPr algn="ctr"/>
            <a:r>
              <a:rPr lang="en-US" sz="2400" b="1" dirty="0" smtClean="0"/>
              <a:t>COST / LOSS FUNCTION</a:t>
            </a:r>
            <a:endParaRPr lang="en-US" sz="2400" b="1" dirty="0"/>
          </a:p>
        </p:txBody>
      </p:sp>
      <p:pic>
        <p:nvPicPr>
          <p:cNvPr id="307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02073" y="783771"/>
            <a:ext cx="6552078" cy="31502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401753052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Google Shape;103;p16"/>
          <p:cNvSpPr txBox="1">
            <a:spLocks noGrp="1"/>
          </p:cNvSpPr>
          <p:nvPr>
            <p:ph type="title"/>
          </p:nvPr>
        </p:nvSpPr>
        <p:spPr>
          <a:xfrm>
            <a:off x="0" y="3650"/>
            <a:ext cx="9144000" cy="523232"/>
          </a:xfrm>
          <a:prstGeom prst="rect">
            <a:avLst/>
          </a:prstGeom>
        </p:spPr>
        <p:txBody>
          <a:bodyPr spcFirstLastPara="1" wrap="square" lIns="91425" tIns="91425" rIns="91425" bIns="91425" anchor="t" anchorCtr="0">
            <a:noAutofit/>
          </a:bodyPr>
          <a:lstStyle/>
          <a:p>
            <a:pPr algn="ctr"/>
            <a:r>
              <a:rPr lang="en-US" sz="2400" b="1" dirty="0" smtClean="0"/>
              <a:t>COST / LOSS FUNCTION</a:t>
            </a:r>
            <a:endParaRPr lang="en-US" sz="2400" b="1" dirty="0"/>
          </a:p>
        </p:txBody>
      </p:sp>
      <p:pic>
        <p:nvPicPr>
          <p:cNvPr id="4099"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399592" y="471190"/>
            <a:ext cx="5952930" cy="43885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04347555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Google Shape;103;p16"/>
          <p:cNvSpPr txBox="1">
            <a:spLocks noGrp="1"/>
          </p:cNvSpPr>
          <p:nvPr>
            <p:ph type="title"/>
          </p:nvPr>
        </p:nvSpPr>
        <p:spPr>
          <a:xfrm>
            <a:off x="0" y="3650"/>
            <a:ext cx="9144000" cy="523232"/>
          </a:xfrm>
          <a:prstGeom prst="rect">
            <a:avLst/>
          </a:prstGeom>
        </p:spPr>
        <p:txBody>
          <a:bodyPr spcFirstLastPara="1" wrap="square" lIns="91425" tIns="91425" rIns="91425" bIns="91425" anchor="t" anchorCtr="0">
            <a:noAutofit/>
          </a:bodyPr>
          <a:lstStyle/>
          <a:p>
            <a:pPr algn="ctr"/>
            <a:r>
              <a:rPr lang="en-US" sz="2400" b="1" dirty="0" smtClean="0"/>
              <a:t>COST / LOSS FUNCTION</a:t>
            </a:r>
            <a:endParaRPr lang="en-US" sz="2400" b="1" dirty="0"/>
          </a:p>
        </p:txBody>
      </p:sp>
      <p:pic>
        <p:nvPicPr>
          <p:cNvPr id="512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07708" y="735222"/>
            <a:ext cx="7621264" cy="197774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72605994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02"/>
        <p:cNvGrpSpPr/>
        <p:nvPr/>
      </p:nvGrpSpPr>
      <p:grpSpPr>
        <a:xfrm>
          <a:off x="0" y="0"/>
          <a:ext cx="0" cy="0"/>
          <a:chOff x="0" y="0"/>
          <a:chExt cx="0" cy="0"/>
        </a:xfrm>
      </p:grpSpPr>
      <p:sp>
        <p:nvSpPr>
          <p:cNvPr id="103" name="Google Shape;103;p16"/>
          <p:cNvSpPr txBox="1">
            <a:spLocks noGrp="1"/>
          </p:cNvSpPr>
          <p:nvPr>
            <p:ph type="title"/>
          </p:nvPr>
        </p:nvSpPr>
        <p:spPr>
          <a:xfrm>
            <a:off x="0" y="3650"/>
            <a:ext cx="9144000" cy="523232"/>
          </a:xfrm>
          <a:prstGeom prst="rect">
            <a:avLst/>
          </a:prstGeom>
        </p:spPr>
        <p:txBody>
          <a:bodyPr spcFirstLastPara="1" wrap="square" lIns="91425" tIns="91425" rIns="91425" bIns="91425" anchor="t" anchorCtr="0">
            <a:noAutofit/>
          </a:bodyPr>
          <a:lstStyle/>
          <a:p>
            <a:pPr algn="ctr"/>
            <a:r>
              <a:rPr lang="en-US" sz="2400" b="1" dirty="0" smtClean="0"/>
              <a:t> </a:t>
            </a:r>
            <a:r>
              <a:rPr lang="en" sz="2400" b="1" dirty="0"/>
              <a:t>EVALUATION FUNCTIONS</a:t>
            </a:r>
            <a:endParaRPr lang="en-US" sz="2400" b="1" dirty="0"/>
          </a:p>
        </p:txBody>
      </p:sp>
      <p:sp>
        <p:nvSpPr>
          <p:cNvPr id="7" name="Google Shape;77;g258990b3369_0_16"/>
          <p:cNvSpPr txBox="1">
            <a:spLocks noGrp="1"/>
          </p:cNvSpPr>
          <p:nvPr>
            <p:ph type="body" idx="1"/>
          </p:nvPr>
        </p:nvSpPr>
        <p:spPr>
          <a:xfrm>
            <a:off x="201341" y="575087"/>
            <a:ext cx="8650800" cy="2252089"/>
          </a:xfrm>
          <a:prstGeom prst="rect">
            <a:avLst/>
          </a:prstGeom>
        </p:spPr>
        <p:txBody>
          <a:bodyPr spcFirstLastPara="1" wrap="square" lIns="91425" tIns="91425" rIns="91425" bIns="91425" anchor="t" anchorCtr="0">
            <a:normAutofit fontScale="85000" lnSpcReduction="10000"/>
          </a:bodyPr>
          <a:lstStyle/>
          <a:p>
            <a:pPr marL="114300" indent="0" algn="just">
              <a:buNone/>
            </a:pPr>
            <a:r>
              <a:rPr lang="en-US" sz="2000" b="1" u="sng" dirty="0">
                <a:solidFill>
                  <a:schemeClr val="tx1"/>
                </a:solidFill>
              </a:rPr>
              <a:t>Optimizer:</a:t>
            </a:r>
          </a:p>
          <a:p>
            <a:r>
              <a:rPr lang="en-US" sz="2000" dirty="0">
                <a:solidFill>
                  <a:schemeClr val="tx1"/>
                </a:solidFill>
              </a:rPr>
              <a:t>Optimizers are algorithms used to minimize the cost function by updating the model parameters. In logistic regression, </a:t>
            </a:r>
            <a:r>
              <a:rPr lang="en-US" sz="2000" b="1" dirty="0">
                <a:solidFill>
                  <a:schemeClr val="tx1"/>
                </a:solidFill>
              </a:rPr>
              <a:t>Gradient Descent</a:t>
            </a:r>
            <a:r>
              <a:rPr lang="en-US" sz="2000" dirty="0">
                <a:solidFill>
                  <a:schemeClr val="tx1"/>
                </a:solidFill>
              </a:rPr>
              <a:t> is commonly used. There are various types of gradient descent optimizers, including:</a:t>
            </a:r>
          </a:p>
          <a:p>
            <a:r>
              <a:rPr lang="en-US" sz="2000" b="1" dirty="0">
                <a:solidFill>
                  <a:schemeClr val="tx1"/>
                </a:solidFill>
              </a:rPr>
              <a:t>Batch Gradient Descent</a:t>
            </a:r>
            <a:endParaRPr lang="en-US" sz="2000" dirty="0">
              <a:solidFill>
                <a:schemeClr val="tx1"/>
              </a:solidFill>
            </a:endParaRPr>
          </a:p>
          <a:p>
            <a:r>
              <a:rPr lang="en-US" sz="2000" b="1" dirty="0">
                <a:solidFill>
                  <a:schemeClr val="tx1"/>
                </a:solidFill>
              </a:rPr>
              <a:t>Stochastic Gradient Descent (SGD)</a:t>
            </a:r>
            <a:endParaRPr lang="en-US" sz="2000" dirty="0">
              <a:solidFill>
                <a:schemeClr val="tx1"/>
              </a:solidFill>
            </a:endParaRPr>
          </a:p>
          <a:p>
            <a:r>
              <a:rPr lang="en-US" sz="2000" b="1" dirty="0">
                <a:solidFill>
                  <a:schemeClr val="tx1"/>
                </a:solidFill>
              </a:rPr>
              <a:t>Mini-Batch Gradient Descent</a:t>
            </a:r>
            <a:endParaRPr lang="en-US" sz="2000" dirty="0">
              <a:solidFill>
                <a:schemeClr val="tx1"/>
              </a:solidFill>
            </a:endParaRPr>
          </a:p>
        </p:txBody>
      </p:sp>
      <p:pic>
        <p:nvPicPr>
          <p:cNvPr id="4098"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57306" y="2978418"/>
            <a:ext cx="5334000" cy="12954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995493696"/>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02"/>
        <p:cNvGrpSpPr/>
        <p:nvPr/>
      </p:nvGrpSpPr>
      <p:grpSpPr>
        <a:xfrm>
          <a:off x="0" y="0"/>
          <a:ext cx="0" cy="0"/>
          <a:chOff x="0" y="0"/>
          <a:chExt cx="0" cy="0"/>
        </a:xfrm>
      </p:grpSpPr>
      <p:sp>
        <p:nvSpPr>
          <p:cNvPr id="103" name="Google Shape;103;p16"/>
          <p:cNvSpPr txBox="1">
            <a:spLocks noGrp="1"/>
          </p:cNvSpPr>
          <p:nvPr>
            <p:ph type="title"/>
          </p:nvPr>
        </p:nvSpPr>
        <p:spPr>
          <a:xfrm>
            <a:off x="0" y="3650"/>
            <a:ext cx="9144000" cy="523232"/>
          </a:xfrm>
          <a:prstGeom prst="rect">
            <a:avLst/>
          </a:prstGeom>
        </p:spPr>
        <p:txBody>
          <a:bodyPr spcFirstLastPara="1" wrap="square" lIns="91425" tIns="91425" rIns="91425" bIns="91425" anchor="t" anchorCtr="0">
            <a:noAutofit/>
          </a:bodyPr>
          <a:lstStyle/>
          <a:p>
            <a:pPr algn="ctr"/>
            <a:r>
              <a:rPr lang="en-US" sz="2400" b="1" dirty="0" smtClean="0"/>
              <a:t> </a:t>
            </a:r>
            <a:r>
              <a:rPr lang="en" sz="2400" b="1" dirty="0" smtClean="0"/>
              <a:t>EVALUATION FUNCTIONS</a:t>
            </a:r>
            <a:endParaRPr lang="en-US" sz="2400" b="1" dirty="0"/>
          </a:p>
        </p:txBody>
      </p:sp>
      <p:sp>
        <p:nvSpPr>
          <p:cNvPr id="7" name="Google Shape;77;g258990b3369_0_16"/>
          <p:cNvSpPr txBox="1">
            <a:spLocks noGrp="1"/>
          </p:cNvSpPr>
          <p:nvPr>
            <p:ph type="body" idx="1"/>
          </p:nvPr>
        </p:nvSpPr>
        <p:spPr>
          <a:xfrm>
            <a:off x="201341" y="575087"/>
            <a:ext cx="8650800" cy="2802595"/>
          </a:xfrm>
          <a:prstGeom prst="rect">
            <a:avLst/>
          </a:prstGeom>
        </p:spPr>
        <p:txBody>
          <a:bodyPr spcFirstLastPara="1" wrap="square" lIns="91425" tIns="91425" rIns="91425" bIns="91425" anchor="t" anchorCtr="0">
            <a:normAutofit/>
          </a:bodyPr>
          <a:lstStyle/>
          <a:p>
            <a:pPr algn="just">
              <a:buFont typeface="Wingdings" pitchFamily="2" charset="2"/>
              <a:buChar char="v"/>
            </a:pPr>
            <a:r>
              <a:rPr lang="en-US" b="1" dirty="0">
                <a:solidFill>
                  <a:schemeClr val="tx1"/>
                </a:solidFill>
              </a:rPr>
              <a:t>Sigmoid Function</a:t>
            </a:r>
            <a:r>
              <a:rPr lang="en-US" dirty="0">
                <a:solidFill>
                  <a:schemeClr val="tx1"/>
                </a:solidFill>
              </a:rPr>
              <a:t>: Maps </a:t>
            </a:r>
            <a:r>
              <a:rPr lang="en-US" dirty="0" err="1">
                <a:solidFill>
                  <a:schemeClr val="tx1"/>
                </a:solidFill>
              </a:rPr>
              <a:t>logits</a:t>
            </a:r>
            <a:r>
              <a:rPr lang="en-US" dirty="0">
                <a:solidFill>
                  <a:schemeClr val="tx1"/>
                </a:solidFill>
              </a:rPr>
              <a:t> to probabilities, essential for binary classification</a:t>
            </a:r>
            <a:r>
              <a:rPr lang="en-US" dirty="0" smtClean="0">
                <a:solidFill>
                  <a:schemeClr val="tx1"/>
                </a:solidFill>
              </a:rPr>
              <a:t>.</a:t>
            </a:r>
          </a:p>
          <a:p>
            <a:pPr algn="just">
              <a:buFont typeface="Wingdings" pitchFamily="2" charset="2"/>
              <a:buChar char="v"/>
            </a:pPr>
            <a:endParaRPr lang="en-US" dirty="0" smtClean="0">
              <a:solidFill>
                <a:schemeClr val="tx1"/>
              </a:solidFill>
            </a:endParaRPr>
          </a:p>
          <a:p>
            <a:pPr algn="just">
              <a:buFont typeface="Wingdings" pitchFamily="2" charset="2"/>
              <a:buChar char="v"/>
            </a:pPr>
            <a:r>
              <a:rPr lang="en-US" b="1" dirty="0" smtClean="0">
                <a:solidFill>
                  <a:schemeClr val="tx1"/>
                </a:solidFill>
              </a:rPr>
              <a:t>Cost </a:t>
            </a:r>
            <a:r>
              <a:rPr lang="en-US" b="1" dirty="0">
                <a:solidFill>
                  <a:schemeClr val="tx1"/>
                </a:solidFill>
              </a:rPr>
              <a:t>Function</a:t>
            </a:r>
            <a:r>
              <a:rPr lang="en-US" dirty="0">
                <a:solidFill>
                  <a:schemeClr val="tx1"/>
                </a:solidFill>
              </a:rPr>
              <a:t>: Measures the error between predicted probabilities and actual labels; binary cross-entropy is used for logistic regression</a:t>
            </a:r>
            <a:r>
              <a:rPr lang="en-US" dirty="0" smtClean="0">
                <a:solidFill>
                  <a:schemeClr val="tx1"/>
                </a:solidFill>
              </a:rPr>
              <a:t>.</a:t>
            </a:r>
          </a:p>
          <a:p>
            <a:pPr marL="114300" indent="0" algn="just">
              <a:buNone/>
            </a:pPr>
            <a:endParaRPr lang="en-US" dirty="0" smtClean="0">
              <a:solidFill>
                <a:schemeClr val="tx1"/>
              </a:solidFill>
            </a:endParaRPr>
          </a:p>
          <a:p>
            <a:pPr algn="just">
              <a:buFont typeface="Wingdings" pitchFamily="2" charset="2"/>
              <a:buChar char="v"/>
            </a:pPr>
            <a:r>
              <a:rPr lang="en-US" b="1" dirty="0" smtClean="0">
                <a:solidFill>
                  <a:schemeClr val="tx1"/>
                </a:solidFill>
              </a:rPr>
              <a:t>Optimizer</a:t>
            </a:r>
            <a:r>
              <a:rPr lang="en-US" dirty="0">
                <a:solidFill>
                  <a:schemeClr val="tx1"/>
                </a:solidFill>
              </a:rPr>
              <a:t>: Updates model parameters to minimize the cost function. Gradient Descent and its variants are commonly used optimizers.</a:t>
            </a:r>
            <a:endParaRPr lang="en-US" sz="2000" dirty="0">
              <a:solidFill>
                <a:schemeClr val="tx1"/>
              </a:solidFill>
            </a:endParaRPr>
          </a:p>
        </p:txBody>
      </p:sp>
    </p:spTree>
    <p:extLst>
      <p:ext uri="{BB962C8B-B14F-4D97-AF65-F5344CB8AC3E}">
        <p14:creationId xmlns:p14="http://schemas.microsoft.com/office/powerpoint/2010/main" val="743032425"/>
      </p:ext>
    </p:extLst>
  </p:cSld>
  <p:clrMapOvr>
    <a:masterClrMapping/>
  </p:clrMapOvr>
  <p:timing>
    <p:tnLst>
      <p:par>
        <p:cTn id="1" dur="indefinite" restart="never" nodeType="tmRoot"/>
      </p:par>
    </p:tnLst>
  </p:timing>
</p:sld>
</file>

<file path=ppt/theme/theme1.xml><?xml version="1.0" encoding="utf-8"?>
<a:theme xmlns:a="http://schemas.openxmlformats.org/drawingml/2006/main" name="Geometric">
  <a:themeElements>
    <a:clrScheme name="Geometric">
      <a:dk1>
        <a:srgbClr val="2A3990"/>
      </a:dk1>
      <a:lt1>
        <a:srgbClr val="FFFFFF"/>
      </a:lt1>
      <a:dk2>
        <a:srgbClr val="434343"/>
      </a:dk2>
      <a:lt2>
        <a:srgbClr val="999999"/>
      </a:lt2>
      <a:accent1>
        <a:srgbClr val="212D74"/>
      </a:accent1>
      <a:accent2>
        <a:srgbClr val="3949AB"/>
      </a:accent2>
      <a:accent3>
        <a:srgbClr val="9C254D"/>
      </a:accent3>
      <a:accent4>
        <a:srgbClr val="D23369"/>
      </a:accent4>
      <a:accent5>
        <a:srgbClr val="F06292"/>
      </a:accent5>
      <a:accent6>
        <a:srgbClr val="7890CD"/>
      </a:accent6>
      <a:hlink>
        <a:srgbClr val="F06292"/>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1299</TotalTime>
  <Words>613</Words>
  <Application>Microsoft Office PowerPoint</Application>
  <PresentationFormat>On-screen Show (16:9)</PresentationFormat>
  <Paragraphs>82</Paragraphs>
  <Slides>15</Slides>
  <Notes>10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15</vt:i4>
      </vt:variant>
    </vt:vector>
  </HeadingPairs>
  <TitlesOfParts>
    <vt:vector size="19" baseType="lpstr">
      <vt:lpstr>Roboto</vt:lpstr>
      <vt:lpstr>Arial</vt:lpstr>
      <vt:lpstr>Wingdings</vt:lpstr>
      <vt:lpstr>Geometric</vt:lpstr>
      <vt:lpstr>MACHINE LEARNING MODELS EVALUATION METRICS / FUNCTIONS</vt:lpstr>
      <vt:lpstr> Evaluation Metrics for Classification Models</vt:lpstr>
      <vt:lpstr> Evaluation Metrics for Classification Models</vt:lpstr>
      <vt:lpstr> Evaluation Metrics for Classification Models</vt:lpstr>
      <vt:lpstr> Evaluation Metrics for Classification Models</vt:lpstr>
      <vt:lpstr> Evaluation Metrics for Classification Models</vt:lpstr>
      <vt:lpstr> Evaluation Metrics for Regression Models</vt:lpstr>
      <vt:lpstr>SIGMOID FUNCTION</vt:lpstr>
      <vt:lpstr>COST / LOSS FUNCTION</vt:lpstr>
      <vt:lpstr> COMPONENTS OF SUPERVISED MACHINE LEARNING</vt:lpstr>
      <vt:lpstr>COST / LOSS FUNCTION</vt:lpstr>
      <vt:lpstr>COST / LOSS FUNCTION</vt:lpstr>
      <vt:lpstr>COST / LOSS FUNCTION</vt:lpstr>
      <vt:lpstr> EVALUATION FUNCTIONS</vt:lpstr>
      <vt:lpstr> EVALUATION FUNCTIONS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ONE YEAR DIPLOMA IN ADVANCE WEB TECHNOLOGY</dc:title>
  <dc:creator>azam</dc:creator>
  <cp:lastModifiedBy>Azam</cp:lastModifiedBy>
  <cp:revision>175</cp:revision>
  <dcterms:modified xsi:type="dcterms:W3CDTF">2025-05-24T10:18:42Z</dcterms:modified>
</cp:coreProperties>
</file>